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4" r:id="rId7"/>
    <p:sldId id="265" r:id="rId8"/>
    <p:sldId id="261" r:id="rId9"/>
    <p:sldId id="262" r:id="rId10"/>
    <p:sldId id="263"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1" d="100"/>
          <a:sy n="91" d="100"/>
        </p:scale>
        <p:origin x="351" y="3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lineChart>
        <c:grouping val="standard"/>
        <c:varyColors val="0"/>
        <c:ser>
          <c:idx val="0"/>
          <c:order val="0"/>
          <c:tx>
            <c:strRef>
              <c:f>Sheet1!$B$1</c:f>
              <c:strCache>
                <c:ptCount val="1"/>
                <c:pt idx="0">
                  <c:v>Nếu tin thẳng vào độ tự tin</c:v>
                </c:pt>
              </c:strCache>
            </c:strRef>
          </c:tx>
          <c:spPr>
            <a:ln>
              <a:solidFill>
                <a:srgbClr val="8F9CA8"/>
              </a:solidFill>
              <a:prstDash val="dash"/>
            </a:ln>
          </c:spPr>
          <c:cat>
            <c:strRef>
              <c:f>Sheet1!$A$2:$A$6</c:f>
              <c:strCache>
                <c:ptCount val="5"/>
                <c:pt idx="0">
                  <c:v>10%</c:v>
                </c:pt>
                <c:pt idx="1">
                  <c:v>30%</c:v>
                </c:pt>
                <c:pt idx="2">
                  <c:v>50%</c:v>
                </c:pt>
                <c:pt idx="3">
                  <c:v>70%</c:v>
                </c:pt>
                <c:pt idx="4">
                  <c:v>90%</c:v>
                </c:pt>
              </c:strCache>
            </c:strRef>
          </c:cat>
          <c:val>
            <c:numRef>
              <c:f>Sheet1!$B$2:$B$6</c:f>
              <c:numCache>
                <c:formatCode>General</c:formatCode>
                <c:ptCount val="5"/>
                <c:pt idx="0">
                  <c:v>10</c:v>
                </c:pt>
                <c:pt idx="1">
                  <c:v>30</c:v>
                </c:pt>
                <c:pt idx="2">
                  <c:v>50</c:v>
                </c:pt>
                <c:pt idx="3">
                  <c:v>70</c:v>
                </c:pt>
                <c:pt idx="4">
                  <c:v>90</c:v>
                </c:pt>
              </c:numCache>
            </c:numRef>
          </c:val>
          <c:smooth val="0"/>
          <c:extLst>
            <c:ext xmlns:c16="http://schemas.microsoft.com/office/drawing/2014/chart" uri="{C3380CC4-5D6E-409C-BE32-E72D297353CC}">
              <c16:uniqueId val="{00000000-F1B7-43D5-BC69-959AC24915F6}"/>
            </c:ext>
          </c:extLst>
        </c:ser>
        <c:ser>
          <c:idx val="1"/>
          <c:order val="1"/>
          <c:tx>
            <c:strRef>
              <c:f>Sheet1!$C$1</c:f>
              <c:strCache>
                <c:ptCount val="1"/>
                <c:pt idx="0">
                  <c:v>Sau khi đối chiếu lịch sử</c:v>
                </c:pt>
              </c:strCache>
            </c:strRef>
          </c:tx>
          <c:spPr>
            <a:ln w="31750">
              <a:solidFill>
                <a:srgbClr val="A5680B"/>
              </a:solidFill>
            </a:ln>
          </c:spPr>
          <c:cat>
            <c:strRef>
              <c:f>Sheet1!$A$2:$A$6</c:f>
              <c:strCache>
                <c:ptCount val="5"/>
                <c:pt idx="0">
                  <c:v>10%</c:v>
                </c:pt>
                <c:pt idx="1">
                  <c:v>30%</c:v>
                </c:pt>
                <c:pt idx="2">
                  <c:v>50%</c:v>
                </c:pt>
                <c:pt idx="3">
                  <c:v>70%</c:v>
                </c:pt>
                <c:pt idx="4">
                  <c:v>90%</c:v>
                </c:pt>
              </c:strCache>
            </c:strRef>
          </c:cat>
          <c:val>
            <c:numRef>
              <c:f>Sheet1!$C$2:$C$6</c:f>
              <c:numCache>
                <c:formatCode>General</c:formatCode>
                <c:ptCount val="5"/>
                <c:pt idx="0">
                  <c:v>0</c:v>
                </c:pt>
                <c:pt idx="1">
                  <c:v>1</c:v>
                </c:pt>
                <c:pt idx="2">
                  <c:v>17</c:v>
                </c:pt>
                <c:pt idx="3">
                  <c:v>86</c:v>
                </c:pt>
                <c:pt idx="4">
                  <c:v>100</c:v>
                </c:pt>
              </c:numCache>
            </c:numRef>
          </c:val>
          <c:smooth val="0"/>
          <c:extLst>
            <c:ext xmlns:c16="http://schemas.microsoft.com/office/drawing/2014/chart" uri="{C3380CC4-5D6E-409C-BE32-E72D297353CC}">
              <c16:uniqueId val="{00000001-F1B7-43D5-BC69-959AC24915F6}"/>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txPr>
          <a:bodyPr/>
          <a:lstStyle/>
          <a:p>
            <a:pPr>
              <a:defRPr sz="1050">
                <a:latin typeface="Segoe UI"/>
              </a:defRPr>
            </a:pPr>
            <a:endParaRPr lang="en-US"/>
          </a:p>
        </c:txPr>
        <c:crossAx val="2140495176"/>
        <c:crosses val="autoZero"/>
        <c:auto val="1"/>
        <c:lblAlgn val="ctr"/>
        <c:lblOffset val="100"/>
        <c:noMultiLvlLbl val="0"/>
      </c:catAx>
      <c:valAx>
        <c:axId val="2140495176"/>
        <c:scaling>
          <c:orientation val="minMax"/>
          <c:max val="100"/>
          <c:min val="0"/>
        </c:scaling>
        <c:delete val="0"/>
        <c:axPos val="l"/>
        <c:majorGridlines>
          <c:spPr>
            <a:ln>
              <a:solidFill>
                <a:srgbClr val="D6E0E8"/>
              </a:solidFill>
            </a:ln>
          </c:spPr>
        </c:majorGridlines>
        <c:numFmt formatCode="General" sourceLinked="1"/>
        <c:majorTickMark val="out"/>
        <c:minorTickMark val="none"/>
        <c:tickLblPos val="nextTo"/>
        <c:txPr>
          <a:bodyPr/>
          <a:lstStyle/>
          <a:p>
            <a:pPr>
              <a:defRPr sz="1000">
                <a:latin typeface="Segoe UI"/>
              </a:defRPr>
            </a:pPr>
            <a:endParaRPr lang="en-US"/>
          </a:p>
        </c:txPr>
        <c:crossAx val="2118791784"/>
        <c:crosses val="autoZero"/>
        <c:crossBetween val="between"/>
      </c:valAx>
    </c:plotArea>
    <c:legend>
      <c:legendPos val="b"/>
      <c:overlay val="0"/>
      <c:txPr>
        <a:bodyPr/>
        <a:lstStyle/>
        <a:p>
          <a:pPr>
            <a:defRPr sz="1050">
              <a:latin typeface="Segoe UI"/>
            </a:defRPr>
          </a:pPr>
          <a:endParaRPr lang="en-US"/>
        </a:p>
      </c:txPr>
    </c:legend>
    <c:plotVisOnly val="1"/>
    <c:dispBlanksAs val="gap"/>
    <c:showDLblsOverMax val="0"/>
  </c:chart>
  <c:txPr>
    <a:bodyPr/>
    <a:lstStyle/>
    <a:p>
      <a:pPr>
        <a:defRPr sz="105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overlay val="0"/>
    </c:title>
    <c:autoTitleDeleted val="0"/>
    <c:plotArea>
      <c:layout/>
      <c:lineChart>
        <c:grouping val="standard"/>
        <c:varyColors val="0"/>
        <c:ser>
          <c:idx val="0"/>
          <c:order val="0"/>
          <c:tx>
            <c:strRef>
              <c:f>Sheet1!$B$1</c:f>
              <c:strCache>
                <c:ptCount val="1"/>
                <c:pt idx="0">
                  <c:v>h_b(p̂)  (đơn vị: nat)</c:v>
                </c:pt>
              </c:strCache>
            </c:strRef>
          </c:tx>
          <c:spPr>
            <a:ln w="31750">
              <a:solidFill>
                <a:srgbClr val="A5680B"/>
              </a:solidFill>
            </a:ln>
          </c:spPr>
          <c:cat>
            <c:strRef>
              <c:f>Sheet1!$A$2:$A$12</c:f>
              <c:strCache>
                <c:ptCount val="11"/>
                <c:pt idx="0">
                  <c:v>0.0</c:v>
                </c:pt>
                <c:pt idx="1">
                  <c:v>0.1</c:v>
                </c:pt>
                <c:pt idx="2">
                  <c:v>0.2</c:v>
                </c:pt>
                <c:pt idx="3">
                  <c:v>0.3</c:v>
                </c:pt>
                <c:pt idx="4">
                  <c:v>0.4</c:v>
                </c:pt>
                <c:pt idx="5">
                  <c:v>0.5</c:v>
                </c:pt>
                <c:pt idx="6">
                  <c:v>0.6</c:v>
                </c:pt>
                <c:pt idx="7">
                  <c:v>0.7</c:v>
                </c:pt>
                <c:pt idx="8">
                  <c:v>0.8</c:v>
                </c:pt>
                <c:pt idx="9">
                  <c:v>0.9</c:v>
                </c:pt>
                <c:pt idx="10">
                  <c:v>1.0</c:v>
                </c:pt>
              </c:strCache>
            </c:strRef>
          </c:cat>
          <c:val>
            <c:numRef>
              <c:f>Sheet1!$B$2:$B$12</c:f>
              <c:numCache>
                <c:formatCode>General</c:formatCode>
                <c:ptCount val="11"/>
                <c:pt idx="0">
                  <c:v>0</c:v>
                </c:pt>
                <c:pt idx="1">
                  <c:v>0.32500000000000001</c:v>
                </c:pt>
                <c:pt idx="2">
                  <c:v>0.5</c:v>
                </c:pt>
                <c:pt idx="3">
                  <c:v>0.61099999999999999</c:v>
                </c:pt>
                <c:pt idx="4">
                  <c:v>0.67300000000000004</c:v>
                </c:pt>
                <c:pt idx="5">
                  <c:v>0.69299999999999995</c:v>
                </c:pt>
                <c:pt idx="6">
                  <c:v>0.67300000000000004</c:v>
                </c:pt>
                <c:pt idx="7">
                  <c:v>0.61099999999999999</c:v>
                </c:pt>
                <c:pt idx="8">
                  <c:v>0.5</c:v>
                </c:pt>
                <c:pt idx="9">
                  <c:v>0.32500000000000001</c:v>
                </c:pt>
                <c:pt idx="10">
                  <c:v>0</c:v>
                </c:pt>
              </c:numCache>
            </c:numRef>
          </c:val>
          <c:smooth val="1"/>
          <c:extLst>
            <c:ext xmlns:c16="http://schemas.microsoft.com/office/drawing/2014/chart" uri="{C3380CC4-5D6E-409C-BE32-E72D297353CC}">
              <c16:uniqueId val="{00000000-4494-4BE7-B0EF-C40C3738E3AE}"/>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title>
          <c:tx>
            <c:rich>
              <a:bodyPr/>
              <a:lstStyle/>
              <a:p>
                <a:r>
                  <a:rPr lang="en-US" sz="1050">
                    <a:solidFill>
                      <a:srgbClr val="5B6B7C"/>
                    </a:solidFill>
                  </a:rPr>
                  <a:t>Xác suất đúng đã hiệu chỉnh  p̂</a:t>
                </a:r>
              </a:p>
            </c:rich>
          </c:tx>
          <c:overlay val="0"/>
        </c:title>
        <c:numFmt formatCode="General" sourceLinked="0"/>
        <c:majorTickMark val="out"/>
        <c:minorTickMark val="none"/>
        <c:tickLblPos val="nextTo"/>
        <c:txPr>
          <a:bodyPr/>
          <a:lstStyle/>
          <a:p>
            <a:pPr>
              <a:defRPr sz="1000">
                <a:latin typeface="Segoe UI"/>
              </a:defRPr>
            </a:pPr>
            <a:endParaRPr lang="en-US"/>
          </a:p>
        </c:txPr>
        <c:crossAx val="2140495176"/>
        <c:crosses val="autoZero"/>
        <c:auto val="1"/>
        <c:lblAlgn val="ctr"/>
        <c:lblOffset val="100"/>
        <c:noMultiLvlLbl val="0"/>
      </c:catAx>
      <c:valAx>
        <c:axId val="2140495176"/>
        <c:scaling>
          <c:orientation val="minMax"/>
          <c:max val="0.8"/>
          <c:min val="0"/>
        </c:scaling>
        <c:delete val="0"/>
        <c:axPos val="l"/>
        <c:majorGridlines>
          <c:spPr>
            <a:ln>
              <a:solidFill>
                <a:srgbClr val="D6E0E8"/>
              </a:solidFill>
            </a:ln>
          </c:spPr>
        </c:majorGridlines>
        <c:numFmt formatCode="General" sourceLinked="1"/>
        <c:majorTickMark val="out"/>
        <c:minorTickMark val="none"/>
        <c:tickLblPos val="nextTo"/>
        <c:txPr>
          <a:bodyPr/>
          <a:lstStyle/>
          <a:p>
            <a:pPr>
              <a:defRPr sz="950">
                <a:latin typeface="Segoe UI"/>
              </a:defRPr>
            </a:pPr>
            <a:endParaRPr lang="en-US"/>
          </a:p>
        </c:txPr>
        <c:crossAx val="2118791784"/>
        <c:crosses val="autoZero"/>
        <c:crossBetween val="between"/>
      </c:valAx>
    </c:plotArea>
    <c:plotVisOnly val="1"/>
    <c:dispBlanksAs val="gap"/>
    <c:showDLblsOverMax val="0"/>
  </c:chart>
  <c:txPr>
    <a:bodyPr/>
    <a:lstStyle/>
    <a:p>
      <a:pPr>
        <a:defRPr sz="10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5029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Goi y hinh anh: anh nen truu tuong ve 'thi giac may tinh nhin qua suong mu / nhieu' (bieu trung cho domain shift) dat mo nhat phia sau tieu de, hoac icon don gian: kinh lup + dau cham hoi, tuong trung cho viec 'hoi dung cho'.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Goi y bieu do: thanh 'do nguong giam sat' (spectrum) da duoc dung o day, co the thay bang icon 3 buoc (robot tu hoc / robot + nguoi + vai cau hoi / nguoi gan nhan toan bo) neu muon truc quan hon dang do hoa.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Goi y hinh anh: so do nay da la infographic chinh cua slide. Co the chen them icon nho 'mang no-ron voi vai nut mo di' canh o 'Do do on dinh' de minh hoa truc quan co che tat ngau nhien no-ron (dropout).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Goi y hinh anh: 2 the (card) da la infographic so sanh chinh. Co the them icon dau hoi mo (?) mau xam cho Anh A va icon dau hoi noi bat mau cam cho Anh B de tang tinh truc quan khi trinh chieu.</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Bieu do da duoc dung truc tiep tren slide (duong ly tuong vs duong hieu chinh thuc te). Goi y hinh anh bo sung: icon 'la khien/bo loc' tuong trung cho viec loc nhieu, dat canh phan bullet ben trai.</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do la trong tam slide. Co the lam noi bat o 'Chon 3 anh' bang hieu ung phong to nhe (zoom-in) khi trinh chieu truc tiep.</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Bang so sanh la trong tam. Goi y icon: dau tich xanh nho canh cot 'Cach moi chon?' cho cac dong duoc chon, dau gach ngang mau xam cho cac dong khong duoc chon, giup nguoi xem quet nhanh bang mat.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Goi y hinh anh: 4 icon nho tuong trung cho 4 bo du lieu (bien dang thoi tiet/nhieu anh cho CIFAR-C, bieu tuong the loai hoi hoa/anh chup cho PACS) dat canh cac pill ten dataset.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594360"/>
            <a:ext cx="9144000" cy="184666"/>
          </a:xfrm>
          <a:prstGeom prst="rect">
            <a:avLst/>
          </a:prstGeom>
          <a:noFill/>
        </p:spPr>
        <p:txBody>
          <a:bodyPr wrap="square" lIns="0" tIns="0" rIns="0" bIns="0" anchor="t">
            <a:spAutoFit/>
          </a:bodyPr>
          <a:lstStyle/>
          <a:p>
            <a:r>
              <a:rPr lang="en-US" sz="1200" b="1" spc="120" dirty="0">
                <a:solidFill>
                  <a:srgbClr val="0E8F82"/>
                </a:solidFill>
                <a:latin typeface="Consolas"/>
              </a:rPr>
              <a:t>PHẠM BÌNH NGHĨA</a:t>
            </a:r>
            <a:endParaRPr sz="1200" b="1" i="0" spc="120" dirty="0">
              <a:solidFill>
                <a:srgbClr val="0E8F82"/>
              </a:solidFill>
              <a:latin typeface="Consolas"/>
            </a:endParaRPr>
          </a:p>
        </p:txBody>
      </p:sp>
      <p:sp>
        <p:nvSpPr>
          <p:cNvPr id="4" name="TextBox 3"/>
          <p:cNvSpPr txBox="1"/>
          <p:nvPr/>
        </p:nvSpPr>
        <p:spPr>
          <a:xfrm>
            <a:off x="685800" y="1417320"/>
            <a:ext cx="10789920" cy="2377440"/>
          </a:xfrm>
          <a:prstGeom prst="rect">
            <a:avLst/>
          </a:prstGeom>
          <a:noFill/>
        </p:spPr>
        <p:txBody>
          <a:bodyPr wrap="square" lIns="0" tIns="0" rIns="0" bIns="0" anchor="t">
            <a:spAutoFit/>
          </a:bodyPr>
          <a:lstStyle/>
          <a:p>
            <a:r>
              <a:rPr sz="3200" b="1" i="0" dirty="0" err="1">
                <a:solidFill>
                  <a:srgbClr val="16202B"/>
                </a:solidFill>
                <a:latin typeface="Segoe UI"/>
              </a:rPr>
              <a:t>Cải</a:t>
            </a:r>
            <a:r>
              <a:rPr sz="3200" b="1" i="0" dirty="0">
                <a:solidFill>
                  <a:srgbClr val="16202B"/>
                </a:solidFill>
                <a:latin typeface="Segoe UI"/>
              </a:rPr>
              <a:t> </a:t>
            </a:r>
            <a:r>
              <a:rPr sz="3200" b="1" i="0" dirty="0" err="1">
                <a:solidFill>
                  <a:srgbClr val="16202B"/>
                </a:solidFill>
                <a:latin typeface="Segoe UI"/>
              </a:rPr>
              <a:t>tiến</a:t>
            </a:r>
            <a:r>
              <a:rPr sz="3200" b="1" i="0" dirty="0">
                <a:solidFill>
                  <a:srgbClr val="16202B"/>
                </a:solidFill>
                <a:latin typeface="Segoe UI"/>
              </a:rPr>
              <a:t> </a:t>
            </a:r>
            <a:r>
              <a:rPr sz="3200" b="1" i="0" dirty="0" err="1">
                <a:solidFill>
                  <a:srgbClr val="16202B"/>
                </a:solidFill>
                <a:latin typeface="Segoe UI"/>
              </a:rPr>
              <a:t>cách</a:t>
            </a:r>
            <a:r>
              <a:rPr sz="3200" b="1" i="0" dirty="0">
                <a:solidFill>
                  <a:srgbClr val="16202B"/>
                </a:solidFill>
                <a:latin typeface="Segoe UI"/>
              </a:rPr>
              <a:t> </a:t>
            </a:r>
            <a:r>
              <a:rPr sz="3200" b="1" i="0" dirty="0" err="1">
                <a:solidFill>
                  <a:srgbClr val="16202B"/>
                </a:solidFill>
                <a:latin typeface="Segoe UI"/>
              </a:rPr>
              <a:t>chọn</a:t>
            </a:r>
            <a:r>
              <a:rPr sz="3200" b="1" i="0" dirty="0">
                <a:solidFill>
                  <a:srgbClr val="16202B"/>
                </a:solidFill>
                <a:latin typeface="Segoe UI"/>
              </a:rPr>
              <a:t> </a:t>
            </a:r>
            <a:r>
              <a:rPr sz="3200" b="1" i="0" dirty="0" err="1">
                <a:solidFill>
                  <a:srgbClr val="16202B"/>
                </a:solidFill>
                <a:latin typeface="Segoe UI"/>
              </a:rPr>
              <a:t>mẫu</a:t>
            </a:r>
            <a:r>
              <a:rPr sz="3200" b="1" i="0" dirty="0">
                <a:solidFill>
                  <a:srgbClr val="16202B"/>
                </a:solidFill>
                <a:latin typeface="Segoe UI"/>
              </a:rPr>
              <a:t> </a:t>
            </a:r>
            <a:r>
              <a:rPr sz="3200" b="1" i="0" dirty="0" err="1">
                <a:solidFill>
                  <a:srgbClr val="16202B"/>
                </a:solidFill>
                <a:latin typeface="Segoe UI"/>
              </a:rPr>
              <a:t>cho</a:t>
            </a:r>
            <a:r>
              <a:rPr sz="3200" b="1" i="0" dirty="0">
                <a:solidFill>
                  <a:srgbClr val="16202B"/>
                </a:solidFill>
                <a:latin typeface="Segoe UI"/>
              </a:rPr>
              <a:t> </a:t>
            </a:r>
            <a:r>
              <a:rPr sz="3200" b="1" i="0" dirty="0" err="1">
                <a:solidFill>
                  <a:srgbClr val="16202B"/>
                </a:solidFill>
                <a:latin typeface="Segoe UI"/>
              </a:rPr>
              <a:t>phương</a:t>
            </a:r>
            <a:r>
              <a:rPr sz="3200" b="1" i="0" dirty="0">
                <a:solidFill>
                  <a:srgbClr val="16202B"/>
                </a:solidFill>
                <a:latin typeface="Segoe UI"/>
              </a:rPr>
              <a:t> </a:t>
            </a:r>
            <a:r>
              <a:rPr sz="3200" b="1" i="0" dirty="0" err="1">
                <a:solidFill>
                  <a:srgbClr val="16202B"/>
                </a:solidFill>
                <a:latin typeface="Segoe UI"/>
              </a:rPr>
              <a:t>pháp</a:t>
            </a:r>
            <a:r>
              <a:rPr sz="3200" b="1" i="0" dirty="0">
                <a:solidFill>
                  <a:srgbClr val="16202B"/>
                </a:solidFill>
                <a:latin typeface="Segoe UI"/>
              </a:rPr>
              <a:t> </a:t>
            </a:r>
            <a:r>
              <a:rPr sz="3200" b="1" i="0" dirty="0" err="1">
                <a:solidFill>
                  <a:srgbClr val="16202B"/>
                </a:solidFill>
                <a:latin typeface="Segoe UI"/>
              </a:rPr>
              <a:t>thích</a:t>
            </a:r>
            <a:r>
              <a:rPr sz="3200" b="1" i="0" dirty="0">
                <a:solidFill>
                  <a:srgbClr val="16202B"/>
                </a:solidFill>
                <a:latin typeface="Segoe UI"/>
              </a:rPr>
              <a:t> </a:t>
            </a:r>
            <a:r>
              <a:rPr sz="3200" b="1" i="0" dirty="0" err="1">
                <a:solidFill>
                  <a:srgbClr val="16202B"/>
                </a:solidFill>
                <a:latin typeface="Segoe UI"/>
              </a:rPr>
              <a:t>ứng</a:t>
            </a:r>
            <a:r>
              <a:rPr sz="3200" b="1" i="0" dirty="0">
                <a:solidFill>
                  <a:srgbClr val="16202B"/>
                </a:solidFill>
                <a:latin typeface="Segoe UI"/>
              </a:rPr>
              <a:t> </a:t>
            </a:r>
            <a:r>
              <a:rPr sz="3200" b="1" i="0" dirty="0" err="1">
                <a:solidFill>
                  <a:srgbClr val="16202B"/>
                </a:solidFill>
                <a:latin typeface="Segoe UI"/>
              </a:rPr>
              <a:t>mô</a:t>
            </a:r>
            <a:r>
              <a:rPr sz="3200" b="1" i="0" dirty="0">
                <a:solidFill>
                  <a:srgbClr val="16202B"/>
                </a:solidFill>
                <a:latin typeface="Segoe UI"/>
              </a:rPr>
              <a:t> </a:t>
            </a:r>
            <a:r>
              <a:rPr sz="3200" b="1" i="0" dirty="0" err="1">
                <a:solidFill>
                  <a:srgbClr val="16202B"/>
                </a:solidFill>
                <a:latin typeface="Segoe UI"/>
              </a:rPr>
              <a:t>hình</a:t>
            </a:r>
            <a:r>
              <a:rPr sz="3200" b="1" i="0" dirty="0">
                <a:solidFill>
                  <a:srgbClr val="16202B"/>
                </a:solidFill>
                <a:latin typeface="Segoe UI"/>
              </a:rPr>
              <a:t> </a:t>
            </a:r>
            <a:r>
              <a:rPr sz="3200" b="1" i="0" dirty="0" err="1">
                <a:solidFill>
                  <a:srgbClr val="16202B"/>
                </a:solidFill>
                <a:latin typeface="Segoe UI"/>
              </a:rPr>
              <a:t>tại</a:t>
            </a:r>
            <a:r>
              <a:rPr sz="3200" b="1" i="0" dirty="0">
                <a:solidFill>
                  <a:srgbClr val="16202B"/>
                </a:solidFill>
                <a:latin typeface="Segoe UI"/>
              </a:rPr>
              <a:t> </a:t>
            </a:r>
            <a:r>
              <a:rPr sz="3200" b="1" i="0" dirty="0" err="1">
                <a:solidFill>
                  <a:srgbClr val="16202B"/>
                </a:solidFill>
                <a:latin typeface="Segoe UI"/>
              </a:rPr>
              <a:t>thời</a:t>
            </a:r>
            <a:r>
              <a:rPr sz="3200" b="1" i="0" dirty="0">
                <a:solidFill>
                  <a:srgbClr val="16202B"/>
                </a:solidFill>
                <a:latin typeface="Segoe UI"/>
              </a:rPr>
              <a:t> </a:t>
            </a:r>
            <a:r>
              <a:rPr sz="3200" b="1" i="0" dirty="0" err="1">
                <a:solidFill>
                  <a:srgbClr val="16202B"/>
                </a:solidFill>
                <a:latin typeface="Segoe UI"/>
              </a:rPr>
              <a:t>điểm</a:t>
            </a:r>
            <a:r>
              <a:rPr sz="3200" b="1" i="0" dirty="0">
                <a:solidFill>
                  <a:srgbClr val="16202B"/>
                </a:solidFill>
                <a:latin typeface="Segoe UI"/>
              </a:rPr>
              <a:t> </a:t>
            </a:r>
            <a:r>
              <a:rPr sz="3200" b="1" i="0" dirty="0" err="1">
                <a:solidFill>
                  <a:srgbClr val="16202B"/>
                </a:solidFill>
                <a:latin typeface="Segoe UI"/>
              </a:rPr>
              <a:t>kiểm</a:t>
            </a:r>
            <a:r>
              <a:rPr sz="3200" b="1" i="0" dirty="0">
                <a:solidFill>
                  <a:srgbClr val="16202B"/>
                </a:solidFill>
                <a:latin typeface="Segoe UI"/>
              </a:rPr>
              <a:t> </a:t>
            </a:r>
            <a:r>
              <a:rPr sz="3200" b="1" i="0" dirty="0" err="1">
                <a:solidFill>
                  <a:srgbClr val="16202B"/>
                </a:solidFill>
                <a:latin typeface="Segoe UI"/>
              </a:rPr>
              <a:t>thử</a:t>
            </a:r>
            <a:r>
              <a:rPr sz="3200" b="1" i="0" dirty="0">
                <a:solidFill>
                  <a:srgbClr val="16202B"/>
                </a:solidFill>
                <a:latin typeface="Segoe UI"/>
              </a:rPr>
              <a:t> </a:t>
            </a:r>
            <a:r>
              <a:rPr sz="3200" b="1" i="0" dirty="0" err="1">
                <a:solidFill>
                  <a:srgbClr val="16202B"/>
                </a:solidFill>
                <a:latin typeface="Segoe UI"/>
              </a:rPr>
              <a:t>với</a:t>
            </a:r>
            <a:r>
              <a:rPr sz="3200" b="1" i="0" dirty="0">
                <a:solidFill>
                  <a:srgbClr val="16202B"/>
                </a:solidFill>
                <a:latin typeface="Segoe UI"/>
              </a:rPr>
              <a:t> </a:t>
            </a:r>
            <a:r>
              <a:rPr sz="3200" b="1" i="0" dirty="0" err="1">
                <a:solidFill>
                  <a:srgbClr val="16202B"/>
                </a:solidFill>
                <a:latin typeface="Segoe UI"/>
              </a:rPr>
              <a:t>phản</a:t>
            </a:r>
            <a:r>
              <a:rPr sz="3200" b="1" i="0" dirty="0">
                <a:solidFill>
                  <a:srgbClr val="16202B"/>
                </a:solidFill>
                <a:latin typeface="Segoe UI"/>
              </a:rPr>
              <a:t> </a:t>
            </a:r>
            <a:r>
              <a:rPr sz="3200" b="1" i="0" dirty="0" err="1">
                <a:solidFill>
                  <a:srgbClr val="16202B"/>
                </a:solidFill>
                <a:latin typeface="Segoe UI"/>
              </a:rPr>
              <a:t>hồi</a:t>
            </a:r>
            <a:r>
              <a:rPr sz="3200" b="1" i="0" dirty="0">
                <a:solidFill>
                  <a:srgbClr val="16202B"/>
                </a:solidFill>
                <a:latin typeface="Segoe UI"/>
              </a:rPr>
              <a:t> </a:t>
            </a:r>
            <a:r>
              <a:rPr sz="3200" b="1" i="0" dirty="0" err="1">
                <a:solidFill>
                  <a:srgbClr val="16202B"/>
                </a:solidFill>
                <a:latin typeface="Segoe UI"/>
              </a:rPr>
              <a:t>nhị</a:t>
            </a:r>
            <a:r>
              <a:rPr sz="3200" b="1" i="0" dirty="0">
                <a:solidFill>
                  <a:srgbClr val="16202B"/>
                </a:solidFill>
                <a:latin typeface="Segoe UI"/>
              </a:rPr>
              <a:t> </a:t>
            </a:r>
            <a:r>
              <a:rPr sz="3200" b="1" i="0" dirty="0" err="1">
                <a:solidFill>
                  <a:srgbClr val="16202B"/>
                </a:solidFill>
                <a:latin typeface="Segoe UI"/>
              </a:rPr>
              <a:t>phân</a:t>
            </a:r>
            <a:endParaRPr sz="3200" b="1" i="0" dirty="0">
              <a:solidFill>
                <a:srgbClr val="16202B"/>
              </a:solidFill>
              <a:latin typeface="Segoe UI"/>
            </a:endParaRPr>
          </a:p>
        </p:txBody>
      </p:sp>
      <p:sp>
        <p:nvSpPr>
          <p:cNvPr id="5" name="TextBox 4"/>
          <p:cNvSpPr txBox="1"/>
          <p:nvPr/>
        </p:nvSpPr>
        <p:spPr>
          <a:xfrm>
            <a:off x="685800" y="3703320"/>
            <a:ext cx="9601200" cy="457200"/>
          </a:xfrm>
          <a:prstGeom prst="rect">
            <a:avLst/>
          </a:prstGeom>
          <a:noFill/>
        </p:spPr>
        <p:txBody>
          <a:bodyPr wrap="square" lIns="0" tIns="0" rIns="0" bIns="0" anchor="t">
            <a:spAutoFit/>
          </a:bodyPr>
          <a:lstStyle/>
          <a:p>
            <a:r>
              <a:rPr sz="1500" b="0" i="1" dirty="0">
                <a:solidFill>
                  <a:srgbClr val="5B6B7C"/>
                </a:solidFill>
                <a:latin typeface="Segoe UI"/>
              </a:rPr>
              <a:t>(Test-Time Adaptation with Binary Feedback)</a:t>
            </a:r>
          </a:p>
        </p:txBody>
      </p:sp>
      <p:cxnSp>
        <p:nvCxnSpPr>
          <p:cNvPr id="6" name="Connector 5"/>
          <p:cNvCxnSpPr/>
          <p:nvPr/>
        </p:nvCxnSpPr>
        <p:spPr>
          <a:xfrm>
            <a:off x="685800" y="5074920"/>
            <a:ext cx="10820095" cy="0"/>
          </a:xfrm>
          <a:prstGeom prst="line">
            <a:avLst/>
          </a:prstGeom>
          <a:ln w="12700">
            <a:solidFill>
              <a:srgbClr val="D6E0E8"/>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85800" y="5303520"/>
            <a:ext cx="3383280" cy="420628"/>
          </a:xfrm>
          <a:prstGeom prst="rect">
            <a:avLst/>
          </a:prstGeom>
          <a:noFill/>
        </p:spPr>
        <p:txBody>
          <a:bodyPr wrap="square" lIns="0" tIns="0" rIns="0" bIns="0" anchor="t">
            <a:spAutoFit/>
          </a:bodyPr>
          <a:lstStyle/>
          <a:p>
            <a:r>
              <a:rPr lang="en-US" sz="1000" spc="80" dirty="0">
                <a:solidFill>
                  <a:srgbClr val="5B6B7C"/>
                </a:solidFill>
                <a:latin typeface="Consolas"/>
              </a:rPr>
              <a:t>Paper</a:t>
            </a:r>
            <a:endParaRPr sz="1000" b="0" i="0" spc="80" dirty="0">
              <a:solidFill>
                <a:srgbClr val="5B6B7C"/>
              </a:solidFill>
              <a:latin typeface="Consolas"/>
            </a:endParaRPr>
          </a:p>
          <a:p>
            <a:pPr>
              <a:spcBef>
                <a:spcPts val="400"/>
              </a:spcBef>
            </a:pPr>
            <a:r>
              <a:rPr sz="1400" b="1" i="0" dirty="0" err="1">
                <a:solidFill>
                  <a:srgbClr val="16202B"/>
                </a:solidFill>
                <a:latin typeface="Segoe UI"/>
              </a:rPr>
              <a:t>BiTTA</a:t>
            </a:r>
            <a:r>
              <a:rPr sz="1400" b="1" i="0" dirty="0">
                <a:solidFill>
                  <a:srgbClr val="16202B"/>
                </a:solidFill>
                <a:latin typeface="Segoe UI"/>
              </a:rPr>
              <a:t> — Lee et al., ICML 2025</a:t>
            </a:r>
          </a:p>
        </p:txBody>
      </p:sp>
      <p:sp>
        <p:nvSpPr>
          <p:cNvPr id="8" name="TextBox 7"/>
          <p:cNvSpPr txBox="1"/>
          <p:nvPr/>
        </p:nvSpPr>
        <p:spPr>
          <a:xfrm>
            <a:off x="4251960" y="5303520"/>
            <a:ext cx="3383280" cy="420628"/>
          </a:xfrm>
          <a:prstGeom prst="rect">
            <a:avLst/>
          </a:prstGeom>
          <a:noFill/>
        </p:spPr>
        <p:txBody>
          <a:bodyPr wrap="square" lIns="0" tIns="0" rIns="0" bIns="0" anchor="t">
            <a:spAutoFit/>
          </a:bodyPr>
          <a:lstStyle/>
          <a:p>
            <a:r>
              <a:rPr lang="en-US" sz="1000" b="0" i="0" spc="80" dirty="0">
                <a:solidFill>
                  <a:srgbClr val="5B6B7C"/>
                </a:solidFill>
                <a:latin typeface="Consolas"/>
              </a:rPr>
              <a:t>SỐ MẪU </a:t>
            </a:r>
            <a:r>
              <a:rPr sz="1000" b="0" i="0" spc="80" dirty="0">
                <a:solidFill>
                  <a:srgbClr val="5B6B7C"/>
                </a:solidFill>
                <a:latin typeface="Consolas"/>
              </a:rPr>
              <a:t>PHẢN HỒI</a:t>
            </a:r>
          </a:p>
          <a:p>
            <a:pPr>
              <a:spcBef>
                <a:spcPts val="400"/>
              </a:spcBef>
            </a:pPr>
            <a:r>
              <a:rPr sz="1400" b="1" i="0" dirty="0">
                <a:solidFill>
                  <a:srgbClr val="16202B"/>
                </a:solidFill>
                <a:latin typeface="Segoe UI"/>
              </a:rPr>
              <a:t>3 / 64 </a:t>
            </a:r>
            <a:r>
              <a:rPr sz="1400" b="1" i="0" dirty="0" err="1">
                <a:solidFill>
                  <a:srgbClr val="16202B"/>
                </a:solidFill>
                <a:latin typeface="Segoe UI"/>
              </a:rPr>
              <a:t>ảnh</a:t>
            </a:r>
            <a:r>
              <a:rPr sz="1400" b="1" i="0" dirty="0">
                <a:solidFill>
                  <a:srgbClr val="16202B"/>
                </a:solidFill>
                <a:latin typeface="Segoe UI"/>
              </a:rPr>
              <a:t> </a:t>
            </a:r>
            <a:r>
              <a:rPr sz="1400" b="1" i="0" dirty="0" err="1">
                <a:solidFill>
                  <a:srgbClr val="16202B"/>
                </a:solidFill>
                <a:latin typeface="Segoe UI"/>
              </a:rPr>
              <a:t>mỗi</a:t>
            </a:r>
            <a:r>
              <a:rPr sz="1400" b="1" i="0" dirty="0">
                <a:solidFill>
                  <a:srgbClr val="16202B"/>
                </a:solidFill>
                <a:latin typeface="Segoe UI"/>
              </a:rPr>
              <a:t> </a:t>
            </a:r>
            <a:r>
              <a:rPr lang="en-US" sz="1400" b="1" i="0" dirty="0">
                <a:solidFill>
                  <a:srgbClr val="16202B"/>
                </a:solidFill>
                <a:latin typeface="Segoe UI"/>
              </a:rPr>
              <a:t>batch</a:t>
            </a:r>
            <a:r>
              <a:rPr sz="1400" b="1" i="0" dirty="0">
                <a:solidFill>
                  <a:srgbClr val="16202B"/>
                </a:solidFill>
                <a:latin typeface="Segoe UI"/>
              </a:rPr>
              <a:t> (&lt;5%)</a:t>
            </a:r>
          </a:p>
        </p:txBody>
      </p:sp>
      <p:sp>
        <p:nvSpPr>
          <p:cNvPr id="9" name="TextBox 8"/>
          <p:cNvSpPr txBox="1"/>
          <p:nvPr/>
        </p:nvSpPr>
        <p:spPr>
          <a:xfrm>
            <a:off x="7818120" y="5303520"/>
            <a:ext cx="3383280" cy="420628"/>
          </a:xfrm>
          <a:prstGeom prst="rect">
            <a:avLst/>
          </a:prstGeom>
          <a:noFill/>
        </p:spPr>
        <p:txBody>
          <a:bodyPr wrap="square" lIns="0" tIns="0" rIns="0" bIns="0" anchor="t">
            <a:spAutoFit/>
          </a:bodyPr>
          <a:lstStyle/>
          <a:p>
            <a:r>
              <a:rPr sz="1000" b="0" i="0" spc="80" dirty="0">
                <a:solidFill>
                  <a:srgbClr val="5B6B7C"/>
                </a:solidFill>
                <a:latin typeface="Consolas"/>
              </a:rPr>
              <a:t>ĐIỂM CẢI TIẾN</a:t>
            </a:r>
          </a:p>
          <a:p>
            <a:pPr>
              <a:spcBef>
                <a:spcPts val="400"/>
              </a:spcBef>
            </a:pPr>
            <a:r>
              <a:rPr sz="1400" b="1" i="0" dirty="0" err="1">
                <a:solidFill>
                  <a:srgbClr val="16202B"/>
                </a:solidFill>
                <a:latin typeface="Segoe UI"/>
              </a:rPr>
              <a:t>Cách</a:t>
            </a:r>
            <a:r>
              <a:rPr sz="1400" b="1" i="0" dirty="0">
                <a:solidFill>
                  <a:srgbClr val="16202B"/>
                </a:solidFill>
                <a:latin typeface="Segoe UI"/>
              </a:rPr>
              <a:t> </a:t>
            </a:r>
            <a:r>
              <a:rPr sz="1400" b="1" i="0" dirty="0" err="1">
                <a:solidFill>
                  <a:srgbClr val="16202B"/>
                </a:solidFill>
                <a:latin typeface="Segoe UI"/>
              </a:rPr>
              <a:t>chọn</a:t>
            </a:r>
            <a:r>
              <a:rPr sz="1400" b="1" i="0" dirty="0">
                <a:solidFill>
                  <a:srgbClr val="16202B"/>
                </a:solidFill>
                <a:latin typeface="Segoe UI"/>
              </a:rPr>
              <a:t> </a:t>
            </a:r>
            <a:r>
              <a:rPr lang="en-US" sz="1400" b="1" dirty="0" err="1">
                <a:solidFill>
                  <a:srgbClr val="16202B"/>
                </a:solidFill>
                <a:latin typeface="Segoe UI"/>
              </a:rPr>
              <a:t>mẫu</a:t>
            </a:r>
            <a:r>
              <a:rPr lang="en-US" sz="1400" b="1" dirty="0">
                <a:solidFill>
                  <a:srgbClr val="16202B"/>
                </a:solidFill>
                <a:latin typeface="Segoe UI"/>
              </a:rPr>
              <a:t> </a:t>
            </a:r>
            <a:r>
              <a:rPr lang="en-US" sz="1400" b="1" dirty="0" err="1">
                <a:solidFill>
                  <a:srgbClr val="16202B"/>
                </a:solidFill>
                <a:latin typeface="Segoe UI"/>
              </a:rPr>
              <a:t>để</a:t>
            </a:r>
            <a:r>
              <a:rPr lang="en-US" sz="1400" b="1" dirty="0">
                <a:solidFill>
                  <a:srgbClr val="16202B"/>
                </a:solidFill>
                <a:latin typeface="Segoe UI"/>
              </a:rPr>
              <a:t> </a:t>
            </a:r>
            <a:r>
              <a:rPr lang="en-US" sz="1400" b="1" dirty="0" err="1">
                <a:solidFill>
                  <a:srgbClr val="16202B"/>
                </a:solidFill>
                <a:latin typeface="Segoe UI"/>
              </a:rPr>
              <a:t>phản</a:t>
            </a:r>
            <a:r>
              <a:rPr lang="en-US" sz="1400" b="1" dirty="0">
                <a:solidFill>
                  <a:srgbClr val="16202B"/>
                </a:solidFill>
                <a:latin typeface="Segoe UI"/>
              </a:rPr>
              <a:t> </a:t>
            </a:r>
            <a:r>
              <a:rPr lang="en-US" sz="1400" b="1" dirty="0" err="1">
                <a:solidFill>
                  <a:srgbClr val="16202B"/>
                </a:solidFill>
                <a:latin typeface="Segoe UI"/>
              </a:rPr>
              <a:t>hồi</a:t>
            </a:r>
            <a:r>
              <a:rPr lang="en-US" sz="1400" b="1" dirty="0">
                <a:solidFill>
                  <a:srgbClr val="16202B"/>
                </a:solidFill>
                <a:latin typeface="Segoe UI"/>
              </a:rPr>
              <a:t> Đ/S</a:t>
            </a:r>
            <a:endParaRPr sz="1400" b="1" i="0" dirty="0">
              <a:solidFill>
                <a:srgbClr val="16202B"/>
              </a:solidFill>
              <a:latin typeface="Segoe U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502920"/>
            <a:ext cx="9144000" cy="365760"/>
          </a:xfrm>
          <a:prstGeom prst="rect">
            <a:avLst/>
          </a:prstGeom>
          <a:noFill/>
        </p:spPr>
        <p:txBody>
          <a:bodyPr wrap="square" lIns="0" tIns="0" rIns="0" bIns="0" anchor="t">
            <a:spAutoFit/>
          </a:bodyPr>
          <a:lstStyle/>
          <a:p>
            <a:r>
              <a:rPr sz="1200" b="1" i="0" spc="120">
                <a:solidFill>
                  <a:srgbClr val="0E8F82"/>
                </a:solidFill>
                <a:latin typeface="Consolas"/>
              </a:rPr>
              <a:t>01 · BỐI CẢNH</a:t>
            </a:r>
          </a:p>
        </p:txBody>
      </p:sp>
      <p:sp>
        <p:nvSpPr>
          <p:cNvPr id="4" name="TextBox 3"/>
          <p:cNvSpPr txBox="1"/>
          <p:nvPr/>
        </p:nvSpPr>
        <p:spPr>
          <a:xfrm>
            <a:off x="685800" y="868680"/>
            <a:ext cx="10607040" cy="800219"/>
          </a:xfrm>
          <a:prstGeom prst="rect">
            <a:avLst/>
          </a:prstGeom>
          <a:noFill/>
        </p:spPr>
        <p:txBody>
          <a:bodyPr wrap="square" lIns="0" tIns="0" rIns="0" bIns="0" anchor="t">
            <a:spAutoFit/>
          </a:bodyPr>
          <a:lstStyle/>
          <a:p>
            <a:r>
              <a:rPr lang="en-US" sz="2600" b="1" dirty="0" err="1">
                <a:solidFill>
                  <a:srgbClr val="16202B"/>
                </a:solidFill>
                <a:latin typeface="Segoe UI"/>
              </a:rPr>
              <a:t>Bài</a:t>
            </a:r>
            <a:r>
              <a:rPr lang="en-US" sz="2600" b="1" dirty="0">
                <a:solidFill>
                  <a:srgbClr val="16202B"/>
                </a:solidFill>
                <a:latin typeface="Segoe UI"/>
              </a:rPr>
              <a:t> </a:t>
            </a:r>
            <a:r>
              <a:rPr lang="en-US" sz="2600" b="1" dirty="0" err="1">
                <a:solidFill>
                  <a:srgbClr val="16202B"/>
                </a:solidFill>
                <a:latin typeface="Segoe UI"/>
              </a:rPr>
              <a:t>toán</a:t>
            </a:r>
            <a:r>
              <a:rPr lang="en-US" sz="2600" b="1" dirty="0">
                <a:solidFill>
                  <a:srgbClr val="16202B"/>
                </a:solidFill>
                <a:latin typeface="Segoe UI"/>
              </a:rPr>
              <a:t> </a:t>
            </a:r>
            <a:r>
              <a:rPr lang="en-US" sz="2600" b="1" dirty="0" err="1">
                <a:solidFill>
                  <a:srgbClr val="16202B"/>
                </a:solidFill>
                <a:latin typeface="Segoe UI"/>
              </a:rPr>
              <a:t>các</a:t>
            </a:r>
            <a:r>
              <a:rPr lang="en-US" sz="2600" b="1" dirty="0">
                <a:solidFill>
                  <a:srgbClr val="16202B"/>
                </a:solidFill>
                <a:latin typeface="Segoe UI"/>
              </a:rPr>
              <a:t> </a:t>
            </a:r>
            <a:r>
              <a:rPr lang="en-US" sz="2600" b="1" dirty="0" err="1">
                <a:solidFill>
                  <a:srgbClr val="16202B"/>
                </a:solidFill>
                <a:latin typeface="Segoe UI"/>
              </a:rPr>
              <a:t>phương</a:t>
            </a:r>
            <a:r>
              <a:rPr lang="en-US" sz="2600" b="1" dirty="0">
                <a:solidFill>
                  <a:srgbClr val="16202B"/>
                </a:solidFill>
                <a:latin typeface="Segoe UI"/>
              </a:rPr>
              <a:t> </a:t>
            </a:r>
            <a:r>
              <a:rPr lang="en-US" sz="2600" b="1" dirty="0" err="1">
                <a:solidFill>
                  <a:srgbClr val="16202B"/>
                </a:solidFill>
                <a:latin typeface="Segoe UI"/>
              </a:rPr>
              <a:t>pháp</a:t>
            </a:r>
            <a:r>
              <a:rPr lang="en-US" sz="2600" b="1" dirty="0">
                <a:solidFill>
                  <a:srgbClr val="16202B"/>
                </a:solidFill>
                <a:latin typeface="Segoe UI"/>
              </a:rPr>
              <a:t> TTA </a:t>
            </a:r>
            <a:r>
              <a:rPr lang="en-US" sz="2600" b="1" dirty="0" err="1">
                <a:solidFill>
                  <a:srgbClr val="16202B"/>
                </a:solidFill>
                <a:latin typeface="Segoe UI"/>
              </a:rPr>
              <a:t>nói</a:t>
            </a:r>
            <a:r>
              <a:rPr lang="en-US" sz="2600" b="1" dirty="0">
                <a:solidFill>
                  <a:srgbClr val="16202B"/>
                </a:solidFill>
                <a:latin typeface="Segoe UI"/>
              </a:rPr>
              <a:t> </a:t>
            </a:r>
            <a:r>
              <a:rPr lang="en-US" sz="2600" b="1" dirty="0" err="1">
                <a:solidFill>
                  <a:srgbClr val="16202B"/>
                </a:solidFill>
                <a:latin typeface="Segoe UI"/>
              </a:rPr>
              <a:t>chung</a:t>
            </a:r>
            <a:r>
              <a:rPr lang="en-US" sz="2600" b="1" dirty="0">
                <a:solidFill>
                  <a:srgbClr val="16202B"/>
                </a:solidFill>
                <a:latin typeface="Segoe UI"/>
              </a:rPr>
              <a:t> </a:t>
            </a:r>
            <a:r>
              <a:rPr lang="en-US" sz="2600" b="1" dirty="0" err="1">
                <a:solidFill>
                  <a:srgbClr val="16202B"/>
                </a:solidFill>
                <a:latin typeface="Segoe UI"/>
              </a:rPr>
              <a:t>và</a:t>
            </a:r>
            <a:r>
              <a:rPr lang="en-US" sz="2600" b="1" dirty="0">
                <a:solidFill>
                  <a:srgbClr val="16202B"/>
                </a:solidFill>
                <a:latin typeface="Segoe UI"/>
              </a:rPr>
              <a:t> </a:t>
            </a:r>
            <a:r>
              <a:rPr lang="en-US" sz="2600" b="1" dirty="0" err="1">
                <a:solidFill>
                  <a:srgbClr val="16202B"/>
                </a:solidFill>
                <a:latin typeface="Segoe UI"/>
              </a:rPr>
              <a:t>BiTTA</a:t>
            </a:r>
            <a:r>
              <a:rPr lang="en-US" sz="2600" b="1" dirty="0">
                <a:solidFill>
                  <a:srgbClr val="16202B"/>
                </a:solidFill>
                <a:latin typeface="Segoe UI"/>
              </a:rPr>
              <a:t> </a:t>
            </a:r>
            <a:r>
              <a:rPr lang="en-US" sz="2600" b="1" dirty="0" err="1">
                <a:solidFill>
                  <a:srgbClr val="16202B"/>
                </a:solidFill>
                <a:latin typeface="Segoe UI"/>
              </a:rPr>
              <a:t>nói</a:t>
            </a:r>
            <a:r>
              <a:rPr lang="en-US" sz="2600" b="1" dirty="0">
                <a:solidFill>
                  <a:srgbClr val="16202B"/>
                </a:solidFill>
                <a:latin typeface="Segoe UI"/>
              </a:rPr>
              <a:t> </a:t>
            </a:r>
            <a:r>
              <a:rPr lang="en-US" sz="2600" b="1" dirty="0" err="1">
                <a:solidFill>
                  <a:srgbClr val="16202B"/>
                </a:solidFill>
                <a:latin typeface="Segoe UI"/>
              </a:rPr>
              <a:t>riêng</a:t>
            </a:r>
            <a:r>
              <a:rPr lang="en-US" sz="2600" b="1" dirty="0">
                <a:solidFill>
                  <a:srgbClr val="16202B"/>
                </a:solidFill>
                <a:latin typeface="Segoe UI"/>
              </a:rPr>
              <a:t> </a:t>
            </a:r>
            <a:r>
              <a:rPr lang="en-US" sz="2600" b="1" dirty="0" err="1">
                <a:solidFill>
                  <a:srgbClr val="16202B"/>
                </a:solidFill>
                <a:latin typeface="Segoe UI"/>
              </a:rPr>
              <a:t>giải</a:t>
            </a:r>
            <a:r>
              <a:rPr lang="en-US" sz="2600" b="1" dirty="0">
                <a:solidFill>
                  <a:srgbClr val="16202B"/>
                </a:solidFill>
                <a:latin typeface="Segoe UI"/>
              </a:rPr>
              <a:t> </a:t>
            </a:r>
            <a:r>
              <a:rPr lang="en-US" sz="2600" b="1" dirty="0" err="1">
                <a:solidFill>
                  <a:srgbClr val="16202B"/>
                </a:solidFill>
                <a:latin typeface="Segoe UI"/>
              </a:rPr>
              <a:t>quyết</a:t>
            </a:r>
            <a:endParaRPr sz="2600" b="1" i="0" dirty="0">
              <a:solidFill>
                <a:srgbClr val="16202B"/>
              </a:solidFill>
              <a:latin typeface="Segoe UI"/>
            </a:endParaRPr>
          </a:p>
        </p:txBody>
      </p:sp>
      <p:sp>
        <p:nvSpPr>
          <p:cNvPr id="5" name="TextBox 4"/>
          <p:cNvSpPr txBox="1"/>
          <p:nvPr/>
        </p:nvSpPr>
        <p:spPr>
          <a:xfrm>
            <a:off x="685800" y="1965960"/>
            <a:ext cx="10241280" cy="1333698"/>
          </a:xfrm>
          <a:prstGeom prst="rect">
            <a:avLst/>
          </a:prstGeom>
          <a:noFill/>
        </p:spPr>
        <p:txBody>
          <a:bodyPr wrap="square" lIns="0" tIns="0" rIns="0" bIns="0" anchor="t">
            <a:spAutoFit/>
          </a:bodyPr>
          <a:lstStyle/>
          <a:p>
            <a:pPr>
              <a:spcAft>
                <a:spcPts val="1584"/>
              </a:spcAft>
            </a:pPr>
            <a:r>
              <a:rPr sz="700" b="0" i="0" dirty="0">
                <a:solidFill>
                  <a:srgbClr val="0E8F82"/>
                </a:solidFill>
                <a:latin typeface="Segoe UI"/>
              </a:rPr>
              <a:t>⬤  </a:t>
            </a:r>
            <a:r>
              <a:rPr sz="1500" b="0" i="0" dirty="0">
                <a:solidFill>
                  <a:srgbClr val="16202B"/>
                </a:solidFill>
                <a:latin typeface="Segoe UI"/>
              </a:rPr>
              <a:t>Khi </a:t>
            </a:r>
            <a:r>
              <a:rPr sz="1500" b="0" i="0" dirty="0" err="1">
                <a:solidFill>
                  <a:srgbClr val="16202B"/>
                </a:solidFill>
                <a:latin typeface="Segoe UI"/>
              </a:rPr>
              <a:t>triển</a:t>
            </a:r>
            <a:r>
              <a:rPr sz="1500" b="0" i="0" dirty="0">
                <a:solidFill>
                  <a:srgbClr val="16202B"/>
                </a:solidFill>
                <a:latin typeface="Segoe UI"/>
              </a:rPr>
              <a:t> </a:t>
            </a:r>
            <a:r>
              <a:rPr sz="1500" b="0" i="0" dirty="0" err="1">
                <a:solidFill>
                  <a:srgbClr val="16202B"/>
                </a:solidFill>
                <a:latin typeface="Segoe UI"/>
              </a:rPr>
              <a:t>khai</a:t>
            </a:r>
            <a:r>
              <a:rPr sz="1500" b="0" i="0" dirty="0">
                <a:solidFill>
                  <a:srgbClr val="16202B"/>
                </a:solidFill>
                <a:latin typeface="Segoe UI"/>
              </a:rPr>
              <a:t> </a:t>
            </a:r>
            <a:r>
              <a:rPr sz="1500" b="0" i="0" dirty="0" err="1">
                <a:solidFill>
                  <a:srgbClr val="16202B"/>
                </a:solidFill>
                <a:latin typeface="Segoe UI"/>
              </a:rPr>
              <a:t>thực</a:t>
            </a:r>
            <a:r>
              <a:rPr sz="1500" b="0" i="0" dirty="0">
                <a:solidFill>
                  <a:srgbClr val="16202B"/>
                </a:solidFill>
                <a:latin typeface="Segoe UI"/>
              </a:rPr>
              <a:t> </a:t>
            </a:r>
            <a:r>
              <a:rPr sz="1500" b="0" i="0" dirty="0" err="1">
                <a:solidFill>
                  <a:srgbClr val="16202B"/>
                </a:solidFill>
                <a:latin typeface="Segoe UI"/>
              </a:rPr>
              <a:t>tế</a:t>
            </a:r>
            <a:r>
              <a:rPr sz="1500" b="0" i="0" dirty="0">
                <a:solidFill>
                  <a:srgbClr val="16202B"/>
                </a:solidFill>
                <a:latin typeface="Segoe UI"/>
              </a:rPr>
              <a:t>, </a:t>
            </a:r>
            <a:r>
              <a:rPr sz="1500" b="0" i="0" dirty="0" err="1">
                <a:solidFill>
                  <a:srgbClr val="16202B"/>
                </a:solidFill>
                <a:latin typeface="Segoe UI"/>
              </a:rPr>
              <a:t>mô</a:t>
            </a:r>
            <a:r>
              <a:rPr sz="1500" b="0" i="0" dirty="0">
                <a:solidFill>
                  <a:srgbClr val="16202B"/>
                </a:solidFill>
                <a:latin typeface="Segoe UI"/>
              </a:rPr>
              <a:t> </a:t>
            </a:r>
            <a:r>
              <a:rPr sz="1500" b="0" i="0" dirty="0" err="1">
                <a:solidFill>
                  <a:srgbClr val="16202B"/>
                </a:solidFill>
                <a:latin typeface="Segoe UI"/>
              </a:rPr>
              <a:t>hình</a:t>
            </a:r>
            <a:r>
              <a:rPr sz="1500" b="0" i="0" dirty="0">
                <a:solidFill>
                  <a:srgbClr val="16202B"/>
                </a:solidFill>
                <a:latin typeface="Segoe UI"/>
              </a:rPr>
              <a:t> </a:t>
            </a:r>
            <a:r>
              <a:rPr sz="1500" b="0" i="0" dirty="0" err="1">
                <a:solidFill>
                  <a:srgbClr val="16202B"/>
                </a:solidFill>
                <a:latin typeface="Segoe UI"/>
              </a:rPr>
              <a:t>luôn</a:t>
            </a:r>
            <a:r>
              <a:rPr sz="1500" b="0" i="0" dirty="0">
                <a:solidFill>
                  <a:srgbClr val="16202B"/>
                </a:solidFill>
                <a:latin typeface="Segoe UI"/>
              </a:rPr>
              <a:t> </a:t>
            </a:r>
            <a:r>
              <a:rPr sz="1500" b="0" i="0" dirty="0" err="1">
                <a:solidFill>
                  <a:srgbClr val="16202B"/>
                </a:solidFill>
                <a:latin typeface="Segoe UI"/>
              </a:rPr>
              <a:t>gặp</a:t>
            </a:r>
            <a:r>
              <a:rPr sz="1500" b="0" i="0" dirty="0">
                <a:solidFill>
                  <a:srgbClr val="16202B"/>
                </a:solidFill>
                <a:latin typeface="Segoe UI"/>
              </a:rPr>
              <a:t> </a:t>
            </a:r>
            <a:r>
              <a:rPr sz="1500" b="0" i="0" dirty="0" err="1">
                <a:solidFill>
                  <a:srgbClr val="16202B"/>
                </a:solidFill>
                <a:latin typeface="Segoe UI"/>
              </a:rPr>
              <a:t>dữ</a:t>
            </a:r>
            <a:r>
              <a:rPr sz="1500" b="0" i="0" dirty="0">
                <a:solidFill>
                  <a:srgbClr val="16202B"/>
                </a:solidFill>
                <a:latin typeface="Segoe UI"/>
              </a:rPr>
              <a:t> </a:t>
            </a:r>
            <a:r>
              <a:rPr sz="1500" b="0" i="0" dirty="0" err="1">
                <a:solidFill>
                  <a:srgbClr val="16202B"/>
                </a:solidFill>
                <a:latin typeface="Segoe UI"/>
              </a:rPr>
              <a:t>liệu</a:t>
            </a:r>
            <a:r>
              <a:rPr sz="1500" b="0" i="0" dirty="0">
                <a:solidFill>
                  <a:srgbClr val="16202B"/>
                </a:solidFill>
                <a:latin typeface="Segoe UI"/>
              </a:rPr>
              <a:t> </a:t>
            </a:r>
            <a:r>
              <a:rPr sz="1500" b="0" i="0" dirty="0" err="1">
                <a:solidFill>
                  <a:srgbClr val="16202B"/>
                </a:solidFill>
                <a:latin typeface="Segoe UI"/>
              </a:rPr>
              <a:t>khác</a:t>
            </a:r>
            <a:r>
              <a:rPr sz="1500" b="0" i="0" dirty="0">
                <a:solidFill>
                  <a:srgbClr val="16202B"/>
                </a:solidFill>
                <a:latin typeface="Segoe UI"/>
              </a:rPr>
              <a:t> </a:t>
            </a:r>
            <a:r>
              <a:rPr sz="1500" b="0" i="0" dirty="0" err="1">
                <a:solidFill>
                  <a:srgbClr val="16202B"/>
                </a:solidFill>
                <a:latin typeface="Segoe UI"/>
              </a:rPr>
              <a:t>với</a:t>
            </a:r>
            <a:r>
              <a:rPr sz="1500" b="0" i="0" dirty="0">
                <a:solidFill>
                  <a:srgbClr val="16202B"/>
                </a:solidFill>
                <a:latin typeface="Segoe UI"/>
              </a:rPr>
              <a:t> </a:t>
            </a:r>
            <a:r>
              <a:rPr sz="1500" b="0" i="0" dirty="0" err="1">
                <a:solidFill>
                  <a:srgbClr val="16202B"/>
                </a:solidFill>
                <a:latin typeface="Segoe UI"/>
              </a:rPr>
              <a:t>lúc</a:t>
            </a:r>
            <a:r>
              <a:rPr sz="1500" b="0" i="0" dirty="0">
                <a:solidFill>
                  <a:srgbClr val="16202B"/>
                </a:solidFill>
                <a:latin typeface="Segoe UI"/>
              </a:rPr>
              <a:t> </a:t>
            </a:r>
            <a:r>
              <a:rPr sz="1500" b="0" i="0" dirty="0" err="1">
                <a:solidFill>
                  <a:srgbClr val="16202B"/>
                </a:solidFill>
                <a:latin typeface="Segoe UI"/>
              </a:rPr>
              <a:t>huấn</a:t>
            </a:r>
            <a:r>
              <a:rPr sz="1500" b="0" i="0" dirty="0">
                <a:solidFill>
                  <a:srgbClr val="16202B"/>
                </a:solidFill>
                <a:latin typeface="Segoe UI"/>
              </a:rPr>
              <a:t> </a:t>
            </a:r>
            <a:r>
              <a:rPr sz="1500" b="0" i="0" dirty="0" err="1">
                <a:solidFill>
                  <a:srgbClr val="16202B"/>
                </a:solidFill>
                <a:latin typeface="Segoe UI"/>
              </a:rPr>
              <a:t>luyện</a:t>
            </a:r>
            <a:r>
              <a:rPr sz="1500" b="0" i="0" dirty="0">
                <a:solidFill>
                  <a:srgbClr val="16202B"/>
                </a:solidFill>
                <a:latin typeface="Segoe UI"/>
              </a:rPr>
              <a:t> (</a:t>
            </a:r>
            <a:r>
              <a:rPr sz="1500" b="0" i="0" dirty="0" err="1">
                <a:solidFill>
                  <a:srgbClr val="16202B"/>
                </a:solidFill>
                <a:latin typeface="Segoe UI"/>
              </a:rPr>
              <a:t>ảnh</a:t>
            </a:r>
            <a:r>
              <a:rPr sz="1500" b="0" i="0" dirty="0">
                <a:solidFill>
                  <a:srgbClr val="16202B"/>
                </a:solidFill>
                <a:latin typeface="Segoe UI"/>
              </a:rPr>
              <a:t> </a:t>
            </a:r>
            <a:r>
              <a:rPr sz="1500" b="0" i="0" dirty="0" err="1">
                <a:solidFill>
                  <a:srgbClr val="16202B"/>
                </a:solidFill>
                <a:latin typeface="Segoe UI"/>
              </a:rPr>
              <a:t>mờ</a:t>
            </a:r>
            <a:r>
              <a:rPr sz="1500" b="0" i="0" dirty="0">
                <a:solidFill>
                  <a:srgbClr val="16202B"/>
                </a:solidFill>
                <a:latin typeface="Segoe UI"/>
              </a:rPr>
              <a:t>, </a:t>
            </a:r>
            <a:r>
              <a:rPr sz="1500" b="0" i="0" dirty="0" err="1">
                <a:solidFill>
                  <a:srgbClr val="16202B"/>
                </a:solidFill>
                <a:latin typeface="Segoe UI"/>
              </a:rPr>
              <a:t>nhiễu</a:t>
            </a:r>
            <a:r>
              <a:rPr sz="1500" b="0" i="0" dirty="0">
                <a:solidFill>
                  <a:srgbClr val="16202B"/>
                </a:solidFill>
                <a:latin typeface="Segoe UI"/>
              </a:rPr>
              <a:t>, </a:t>
            </a:r>
            <a:r>
              <a:rPr sz="1500" b="0" i="0" dirty="0" err="1">
                <a:solidFill>
                  <a:srgbClr val="16202B"/>
                </a:solidFill>
                <a:latin typeface="Segoe UI"/>
              </a:rPr>
              <a:t>đổi</a:t>
            </a:r>
            <a:r>
              <a:rPr sz="1500" b="0" i="0" dirty="0">
                <a:solidFill>
                  <a:srgbClr val="16202B"/>
                </a:solidFill>
                <a:latin typeface="Segoe UI"/>
              </a:rPr>
              <a:t> </a:t>
            </a:r>
            <a:r>
              <a:rPr sz="1500" b="0" i="0" dirty="0" err="1">
                <a:solidFill>
                  <a:srgbClr val="16202B"/>
                </a:solidFill>
                <a:latin typeface="Segoe UI"/>
              </a:rPr>
              <a:t>phong</a:t>
            </a:r>
            <a:r>
              <a:rPr sz="1500" b="0" i="0" dirty="0">
                <a:solidFill>
                  <a:srgbClr val="16202B"/>
                </a:solidFill>
                <a:latin typeface="Segoe UI"/>
              </a:rPr>
              <a:t> </a:t>
            </a:r>
            <a:r>
              <a:rPr sz="1500" b="0" i="0" dirty="0" err="1">
                <a:solidFill>
                  <a:srgbClr val="16202B"/>
                </a:solidFill>
                <a:latin typeface="Segoe UI"/>
              </a:rPr>
              <a:t>cách</a:t>
            </a:r>
            <a:r>
              <a:rPr sz="1500" b="0" i="0" dirty="0">
                <a:solidFill>
                  <a:srgbClr val="16202B"/>
                </a:solidFill>
                <a:latin typeface="Segoe UI"/>
              </a:rPr>
              <a:t>, </a:t>
            </a:r>
            <a:r>
              <a:rPr sz="1500" b="0" i="0" dirty="0" err="1">
                <a:solidFill>
                  <a:srgbClr val="16202B"/>
                </a:solidFill>
                <a:latin typeface="Segoe UI"/>
              </a:rPr>
              <a:t>thời</a:t>
            </a:r>
            <a:r>
              <a:rPr sz="1500" b="0" i="0" dirty="0">
                <a:solidFill>
                  <a:srgbClr val="16202B"/>
                </a:solidFill>
                <a:latin typeface="Segoe UI"/>
              </a:rPr>
              <a:t> </a:t>
            </a:r>
            <a:r>
              <a:rPr sz="1500" b="0" i="0" dirty="0" err="1">
                <a:solidFill>
                  <a:srgbClr val="16202B"/>
                </a:solidFill>
                <a:latin typeface="Segoe UI"/>
              </a:rPr>
              <a:t>tiết</a:t>
            </a:r>
            <a:r>
              <a:rPr sz="1500" b="0" i="0" dirty="0">
                <a:solidFill>
                  <a:srgbClr val="16202B"/>
                </a:solidFill>
                <a:latin typeface="Segoe UI"/>
              </a:rPr>
              <a:t>...).</a:t>
            </a:r>
          </a:p>
          <a:p>
            <a:pPr>
              <a:spcAft>
                <a:spcPts val="1584"/>
              </a:spcAft>
            </a:pPr>
            <a:r>
              <a:rPr sz="700" b="0" i="0" dirty="0">
                <a:solidFill>
                  <a:srgbClr val="0E8F82"/>
                </a:solidFill>
                <a:latin typeface="Segoe UI"/>
              </a:rPr>
              <a:t>⬤  </a:t>
            </a:r>
            <a:r>
              <a:rPr sz="1500" b="0" i="0" dirty="0" err="1">
                <a:solidFill>
                  <a:srgbClr val="16202B"/>
                </a:solidFill>
                <a:latin typeface="Segoe UI"/>
              </a:rPr>
              <a:t>Nếu</a:t>
            </a:r>
            <a:r>
              <a:rPr sz="1500" b="0" i="0" dirty="0">
                <a:solidFill>
                  <a:srgbClr val="16202B"/>
                </a:solidFill>
                <a:latin typeface="Segoe UI"/>
              </a:rPr>
              <a:t> </a:t>
            </a:r>
            <a:r>
              <a:rPr sz="1500" b="0" i="0" dirty="0" err="1">
                <a:solidFill>
                  <a:srgbClr val="16202B"/>
                </a:solidFill>
                <a:latin typeface="Segoe UI"/>
              </a:rPr>
              <a:t>để</a:t>
            </a:r>
            <a:r>
              <a:rPr sz="1500" b="0" i="0" dirty="0">
                <a:solidFill>
                  <a:srgbClr val="16202B"/>
                </a:solidFill>
                <a:latin typeface="Segoe UI"/>
              </a:rPr>
              <a:t> </a:t>
            </a:r>
            <a:r>
              <a:rPr sz="1500" b="0" i="0" dirty="0" err="1">
                <a:solidFill>
                  <a:srgbClr val="16202B"/>
                </a:solidFill>
                <a:latin typeface="Segoe UI"/>
              </a:rPr>
              <a:t>mô</a:t>
            </a:r>
            <a:r>
              <a:rPr sz="1500" b="0" i="0" dirty="0">
                <a:solidFill>
                  <a:srgbClr val="16202B"/>
                </a:solidFill>
                <a:latin typeface="Segoe UI"/>
              </a:rPr>
              <a:t> </a:t>
            </a:r>
            <a:r>
              <a:rPr sz="1500" b="0" i="0" dirty="0" err="1">
                <a:solidFill>
                  <a:srgbClr val="16202B"/>
                </a:solidFill>
                <a:latin typeface="Segoe UI"/>
              </a:rPr>
              <a:t>hình</a:t>
            </a:r>
            <a:r>
              <a:rPr sz="1500" b="0" i="0" dirty="0">
                <a:solidFill>
                  <a:srgbClr val="16202B"/>
                </a:solidFill>
                <a:latin typeface="Segoe UI"/>
              </a:rPr>
              <a:t> </a:t>
            </a:r>
            <a:r>
              <a:rPr sz="1500" b="0" i="0" dirty="0" err="1">
                <a:solidFill>
                  <a:srgbClr val="16202B"/>
                </a:solidFill>
                <a:latin typeface="Segoe UI"/>
              </a:rPr>
              <a:t>tự</a:t>
            </a:r>
            <a:r>
              <a:rPr sz="1500" b="0" i="0" dirty="0">
                <a:solidFill>
                  <a:srgbClr val="16202B"/>
                </a:solidFill>
                <a:latin typeface="Segoe UI"/>
              </a:rPr>
              <a:t> </a:t>
            </a:r>
            <a:r>
              <a:rPr lang="en-US" sz="1500" b="0" i="0" dirty="0" err="1">
                <a:solidFill>
                  <a:srgbClr val="16202B"/>
                </a:solidFill>
                <a:latin typeface="Segoe UI"/>
              </a:rPr>
              <a:t>thích</a:t>
            </a:r>
            <a:r>
              <a:rPr lang="en-US" sz="1500" b="0" i="0" dirty="0">
                <a:solidFill>
                  <a:srgbClr val="16202B"/>
                </a:solidFill>
                <a:latin typeface="Segoe UI"/>
              </a:rPr>
              <a:t> </a:t>
            </a:r>
            <a:r>
              <a:rPr lang="en-US" sz="1500" b="0" i="0" dirty="0" err="1">
                <a:solidFill>
                  <a:srgbClr val="16202B"/>
                </a:solidFill>
                <a:latin typeface="Segoe UI"/>
              </a:rPr>
              <a:t>ứng</a:t>
            </a:r>
            <a:r>
              <a:rPr lang="en-US" sz="1500" dirty="0">
                <a:solidFill>
                  <a:srgbClr val="16202B"/>
                </a:solidFill>
                <a:latin typeface="Segoe UI"/>
              </a:rPr>
              <a:t>, </a:t>
            </a:r>
            <a:r>
              <a:rPr sz="1500" b="0" i="0" dirty="0" err="1">
                <a:solidFill>
                  <a:srgbClr val="16202B"/>
                </a:solidFill>
                <a:latin typeface="Segoe UI"/>
              </a:rPr>
              <a:t>nó</a:t>
            </a:r>
            <a:r>
              <a:rPr sz="1500" b="0" i="0" dirty="0">
                <a:solidFill>
                  <a:srgbClr val="16202B"/>
                </a:solidFill>
                <a:latin typeface="Segoe UI"/>
              </a:rPr>
              <a:t> </a:t>
            </a:r>
            <a:r>
              <a:rPr lang="en-US" sz="1500" b="0" i="0" dirty="0" err="1">
                <a:solidFill>
                  <a:srgbClr val="16202B"/>
                </a:solidFill>
                <a:latin typeface="Segoe UI"/>
              </a:rPr>
              <a:t>có</a:t>
            </a:r>
            <a:r>
              <a:rPr lang="en-US" sz="1500" b="0" i="0" dirty="0">
                <a:solidFill>
                  <a:srgbClr val="16202B"/>
                </a:solidFill>
                <a:latin typeface="Segoe UI"/>
              </a:rPr>
              <a:t> </a:t>
            </a:r>
            <a:r>
              <a:rPr lang="en-US" sz="1500" b="0" i="0" dirty="0" err="1">
                <a:solidFill>
                  <a:srgbClr val="16202B"/>
                </a:solidFill>
                <a:latin typeface="Segoe UI"/>
              </a:rPr>
              <a:t>thể</a:t>
            </a:r>
            <a:r>
              <a:rPr sz="1500" b="0" i="0" dirty="0">
                <a:solidFill>
                  <a:srgbClr val="16202B"/>
                </a:solidFill>
                <a:latin typeface="Segoe UI"/>
              </a:rPr>
              <a:t> </a:t>
            </a:r>
            <a:r>
              <a:rPr sz="1500" b="0" i="0" dirty="0" err="1">
                <a:solidFill>
                  <a:srgbClr val="16202B"/>
                </a:solidFill>
                <a:latin typeface="Segoe UI"/>
              </a:rPr>
              <a:t>rơi</a:t>
            </a:r>
            <a:r>
              <a:rPr sz="1500" b="0" i="0" dirty="0">
                <a:solidFill>
                  <a:srgbClr val="16202B"/>
                </a:solidFill>
                <a:latin typeface="Segoe UI"/>
              </a:rPr>
              <a:t> </a:t>
            </a:r>
            <a:r>
              <a:rPr sz="1500" b="0" i="0" dirty="0" err="1">
                <a:solidFill>
                  <a:srgbClr val="16202B"/>
                </a:solidFill>
                <a:latin typeface="Segoe UI"/>
              </a:rPr>
              <a:t>vào</a:t>
            </a:r>
            <a:r>
              <a:rPr sz="1500" b="0" i="0" dirty="0">
                <a:solidFill>
                  <a:srgbClr val="16202B"/>
                </a:solidFill>
                <a:latin typeface="Segoe UI"/>
              </a:rPr>
              <a:t> </a:t>
            </a:r>
            <a:r>
              <a:rPr sz="1500" b="0" i="0" dirty="0" err="1">
                <a:solidFill>
                  <a:srgbClr val="16202B"/>
                </a:solidFill>
                <a:latin typeface="Segoe UI"/>
              </a:rPr>
              <a:t>vòng</a:t>
            </a:r>
            <a:r>
              <a:rPr sz="1500" b="0" i="0" dirty="0">
                <a:solidFill>
                  <a:srgbClr val="16202B"/>
                </a:solidFill>
                <a:latin typeface="Segoe UI"/>
              </a:rPr>
              <a:t> </a:t>
            </a:r>
            <a:r>
              <a:rPr sz="1500" b="0" i="0" dirty="0" err="1">
                <a:solidFill>
                  <a:srgbClr val="16202B"/>
                </a:solidFill>
                <a:latin typeface="Segoe UI"/>
              </a:rPr>
              <a:t>lặp</a:t>
            </a:r>
            <a:r>
              <a:rPr sz="1500" b="0" i="0" dirty="0">
                <a:solidFill>
                  <a:srgbClr val="16202B"/>
                </a:solidFill>
                <a:latin typeface="Segoe UI"/>
              </a:rPr>
              <a:t> "</a:t>
            </a:r>
            <a:r>
              <a:rPr lang="en-US" sz="1500" b="0" i="0" dirty="0" err="1">
                <a:solidFill>
                  <a:srgbClr val="16202B"/>
                </a:solidFill>
                <a:latin typeface="Segoe UI"/>
              </a:rPr>
              <a:t>học</a:t>
            </a:r>
            <a:r>
              <a:rPr lang="en-US" sz="1500" b="0" i="0" dirty="0">
                <a:solidFill>
                  <a:srgbClr val="16202B"/>
                </a:solidFill>
                <a:latin typeface="Segoe UI"/>
              </a:rPr>
              <a:t> </a:t>
            </a:r>
            <a:r>
              <a:rPr lang="en-US" sz="1500" b="0" i="0" dirty="0" err="1">
                <a:solidFill>
                  <a:srgbClr val="16202B"/>
                </a:solidFill>
                <a:latin typeface="Segoe UI"/>
              </a:rPr>
              <a:t>các</a:t>
            </a:r>
            <a:r>
              <a:rPr lang="en-US" sz="1500" b="0" i="0" dirty="0">
                <a:solidFill>
                  <a:srgbClr val="16202B"/>
                </a:solidFill>
                <a:latin typeface="Segoe UI"/>
              </a:rPr>
              <a:t> </a:t>
            </a:r>
            <a:r>
              <a:rPr lang="en-US" sz="1500" b="0" i="0" dirty="0" err="1">
                <a:solidFill>
                  <a:srgbClr val="16202B"/>
                </a:solidFill>
                <a:latin typeface="Segoe UI"/>
              </a:rPr>
              <a:t>mẫu</a:t>
            </a:r>
            <a:r>
              <a:rPr lang="en-US" sz="1500" b="0" i="0" dirty="0">
                <a:solidFill>
                  <a:srgbClr val="16202B"/>
                </a:solidFill>
                <a:latin typeface="Segoe UI"/>
              </a:rPr>
              <a:t> </a:t>
            </a:r>
            <a:r>
              <a:rPr sz="1500" b="0" i="0" dirty="0" err="1">
                <a:solidFill>
                  <a:srgbClr val="16202B"/>
                </a:solidFill>
                <a:latin typeface="Segoe UI"/>
              </a:rPr>
              <a:t>sai</a:t>
            </a:r>
            <a:r>
              <a:rPr sz="1500" b="0" i="0" dirty="0">
                <a:solidFill>
                  <a:srgbClr val="16202B"/>
                </a:solidFill>
                <a:latin typeface="Segoe UI"/>
              </a:rPr>
              <a:t>".</a:t>
            </a:r>
          </a:p>
          <a:p>
            <a:pPr>
              <a:spcAft>
                <a:spcPts val="1584"/>
              </a:spcAft>
            </a:pPr>
            <a:r>
              <a:rPr sz="700" b="0" i="0" dirty="0">
                <a:solidFill>
                  <a:srgbClr val="0E8F82"/>
                </a:solidFill>
                <a:latin typeface="Segoe UI"/>
              </a:rPr>
              <a:t>⬤  </a:t>
            </a:r>
            <a:r>
              <a:rPr sz="1500" b="0" i="0" dirty="0" err="1">
                <a:solidFill>
                  <a:srgbClr val="16202B"/>
                </a:solidFill>
                <a:latin typeface="Segoe UI"/>
              </a:rPr>
              <a:t>Giải</a:t>
            </a:r>
            <a:r>
              <a:rPr sz="1500" b="0" i="0" dirty="0">
                <a:solidFill>
                  <a:srgbClr val="16202B"/>
                </a:solidFill>
                <a:latin typeface="Segoe UI"/>
              </a:rPr>
              <a:t> </a:t>
            </a:r>
            <a:r>
              <a:rPr sz="1500" b="0" i="0" dirty="0" err="1">
                <a:solidFill>
                  <a:srgbClr val="16202B"/>
                </a:solidFill>
                <a:latin typeface="Segoe UI"/>
              </a:rPr>
              <a:t>pháp</a:t>
            </a:r>
            <a:r>
              <a:rPr lang="en-US" sz="1500" b="0" i="0" dirty="0">
                <a:solidFill>
                  <a:srgbClr val="16202B"/>
                </a:solidFill>
                <a:latin typeface="Segoe UI"/>
              </a:rPr>
              <a:t> </a:t>
            </a:r>
            <a:r>
              <a:rPr lang="en-US" sz="1500" b="0" i="0" dirty="0" err="1">
                <a:solidFill>
                  <a:srgbClr val="16202B"/>
                </a:solidFill>
                <a:latin typeface="Segoe UI"/>
              </a:rPr>
              <a:t>BiTTA</a:t>
            </a:r>
            <a:r>
              <a:rPr sz="1500" b="0" i="0" dirty="0">
                <a:solidFill>
                  <a:srgbClr val="16202B"/>
                </a:solidFill>
                <a:latin typeface="Segoe UI"/>
              </a:rPr>
              <a:t>: </a:t>
            </a:r>
            <a:r>
              <a:rPr sz="1500" b="0" i="0" dirty="0" err="1">
                <a:solidFill>
                  <a:srgbClr val="16202B"/>
                </a:solidFill>
                <a:latin typeface="Segoe UI"/>
              </a:rPr>
              <a:t>cho</a:t>
            </a:r>
            <a:r>
              <a:rPr sz="1500" b="0" i="0" dirty="0">
                <a:solidFill>
                  <a:srgbClr val="16202B"/>
                </a:solidFill>
                <a:latin typeface="Segoe UI"/>
              </a:rPr>
              <a:t> </a:t>
            </a:r>
            <a:r>
              <a:rPr sz="1500" b="0" i="0" dirty="0" err="1">
                <a:solidFill>
                  <a:srgbClr val="16202B"/>
                </a:solidFill>
                <a:latin typeface="Segoe UI"/>
              </a:rPr>
              <a:t>phép</a:t>
            </a:r>
            <a:r>
              <a:rPr sz="1500" b="0" i="0" dirty="0">
                <a:solidFill>
                  <a:srgbClr val="16202B"/>
                </a:solidFill>
                <a:latin typeface="Segoe UI"/>
              </a:rPr>
              <a:t> con </a:t>
            </a:r>
            <a:r>
              <a:rPr sz="1500" b="0" i="0" dirty="0" err="1">
                <a:solidFill>
                  <a:srgbClr val="16202B"/>
                </a:solidFill>
                <a:latin typeface="Segoe UI"/>
              </a:rPr>
              <a:t>người</a:t>
            </a:r>
            <a:r>
              <a:rPr lang="en-US" sz="1500" b="0" i="0" dirty="0">
                <a:solidFill>
                  <a:srgbClr val="16202B"/>
                </a:solidFill>
                <a:latin typeface="Segoe UI"/>
              </a:rPr>
              <a:t> (</a:t>
            </a:r>
            <a:r>
              <a:rPr lang="en-US" sz="1500" b="0" i="0" dirty="0" err="1">
                <a:solidFill>
                  <a:srgbClr val="16202B"/>
                </a:solidFill>
                <a:latin typeface="Segoe UI"/>
              </a:rPr>
              <a:t>dùng</a:t>
            </a:r>
            <a:r>
              <a:rPr lang="en-US" sz="1500" b="0" i="0" dirty="0">
                <a:solidFill>
                  <a:srgbClr val="16202B"/>
                </a:solidFill>
                <a:latin typeface="Segoe UI"/>
              </a:rPr>
              <a:t> </a:t>
            </a:r>
            <a:r>
              <a:rPr lang="en-US" sz="1500" b="0" i="0" dirty="0" err="1">
                <a:solidFill>
                  <a:srgbClr val="16202B"/>
                </a:solidFill>
                <a:latin typeface="Segoe UI"/>
              </a:rPr>
              <a:t>nhãn</a:t>
            </a:r>
            <a:r>
              <a:rPr lang="en-US" sz="1500" b="0" i="0" dirty="0">
                <a:solidFill>
                  <a:srgbClr val="16202B"/>
                </a:solidFill>
                <a:latin typeface="Segoe UI"/>
              </a:rPr>
              <a:t> </a:t>
            </a:r>
            <a:r>
              <a:rPr lang="en-US" sz="1500" b="0" i="0" dirty="0" err="1">
                <a:solidFill>
                  <a:srgbClr val="16202B"/>
                </a:solidFill>
                <a:latin typeface="Segoe UI"/>
              </a:rPr>
              <a:t>thật</a:t>
            </a:r>
            <a:r>
              <a:rPr lang="en-US" sz="1500" b="0" i="0" dirty="0">
                <a:solidFill>
                  <a:srgbClr val="16202B"/>
                </a:solidFill>
                <a:latin typeface="Segoe UI"/>
              </a:rPr>
              <a:t>)</a:t>
            </a:r>
            <a:r>
              <a:rPr sz="1500" b="0" i="0" dirty="0">
                <a:solidFill>
                  <a:srgbClr val="16202B"/>
                </a:solidFill>
                <a:latin typeface="Segoe UI"/>
              </a:rPr>
              <a:t> </a:t>
            </a:r>
            <a:r>
              <a:rPr lang="en-US" sz="1500" b="0" i="0" dirty="0" err="1">
                <a:solidFill>
                  <a:srgbClr val="16202B"/>
                </a:solidFill>
                <a:latin typeface="Segoe UI"/>
              </a:rPr>
              <a:t>phản</a:t>
            </a:r>
            <a:r>
              <a:rPr lang="en-US" sz="1500" b="0" i="0" dirty="0">
                <a:solidFill>
                  <a:srgbClr val="16202B"/>
                </a:solidFill>
                <a:latin typeface="Segoe UI"/>
              </a:rPr>
              <a:t> </a:t>
            </a:r>
            <a:r>
              <a:rPr lang="en-US" sz="1500" b="0" i="0" dirty="0" err="1">
                <a:solidFill>
                  <a:srgbClr val="16202B"/>
                </a:solidFill>
                <a:latin typeface="Segoe UI"/>
              </a:rPr>
              <a:t>hồi</a:t>
            </a:r>
            <a:r>
              <a:rPr lang="en-US" sz="1500" b="0" i="0" dirty="0">
                <a:solidFill>
                  <a:srgbClr val="16202B"/>
                </a:solidFill>
                <a:latin typeface="Segoe UI"/>
              </a:rPr>
              <a:t> </a:t>
            </a:r>
            <a:r>
              <a:rPr sz="1500" b="0" i="0" dirty="0" err="1">
                <a:solidFill>
                  <a:srgbClr val="16202B"/>
                </a:solidFill>
                <a:latin typeface="Segoe UI"/>
              </a:rPr>
              <a:t>một</a:t>
            </a:r>
            <a:r>
              <a:rPr sz="1500" b="0" i="0" dirty="0">
                <a:solidFill>
                  <a:srgbClr val="16202B"/>
                </a:solidFill>
                <a:latin typeface="Segoe UI"/>
              </a:rPr>
              <a:t> </a:t>
            </a:r>
            <a:r>
              <a:rPr sz="1500" b="0" i="0" dirty="0" err="1">
                <a:solidFill>
                  <a:srgbClr val="16202B"/>
                </a:solidFill>
                <a:latin typeface="Segoe UI"/>
              </a:rPr>
              <a:t>lượng</a:t>
            </a:r>
            <a:r>
              <a:rPr sz="1500" b="0" i="0" dirty="0">
                <a:solidFill>
                  <a:srgbClr val="16202B"/>
                </a:solidFill>
                <a:latin typeface="Segoe UI"/>
              </a:rPr>
              <a:t> N</a:t>
            </a:r>
            <a:r>
              <a:rPr lang="en-US" sz="1500" b="0" i="0" dirty="0">
                <a:solidFill>
                  <a:srgbClr val="16202B"/>
                </a:solidFill>
                <a:latin typeface="Segoe UI"/>
              </a:rPr>
              <a:t>HỎ </a:t>
            </a:r>
            <a:r>
              <a:rPr sz="1500" b="0" i="0" dirty="0" err="1">
                <a:solidFill>
                  <a:srgbClr val="16202B"/>
                </a:solidFill>
                <a:latin typeface="Segoe UI"/>
              </a:rPr>
              <a:t>đúng</a:t>
            </a:r>
            <a:r>
              <a:rPr sz="1500" b="0" i="0" dirty="0">
                <a:solidFill>
                  <a:srgbClr val="16202B"/>
                </a:solidFill>
                <a:latin typeface="Segoe UI"/>
              </a:rPr>
              <a:t>/</a:t>
            </a:r>
            <a:r>
              <a:rPr sz="1500" b="0" i="0" dirty="0" err="1">
                <a:solidFill>
                  <a:srgbClr val="16202B"/>
                </a:solidFill>
                <a:latin typeface="Segoe UI"/>
              </a:rPr>
              <a:t>sai</a:t>
            </a:r>
            <a:r>
              <a:rPr sz="1500" b="0" i="0" dirty="0">
                <a:solidFill>
                  <a:srgbClr val="16202B"/>
                </a:solidFill>
                <a:latin typeface="Segoe UI"/>
              </a:rPr>
              <a:t> (</a:t>
            </a:r>
            <a:r>
              <a:rPr sz="1500" b="0" i="0" dirty="0" err="1">
                <a:solidFill>
                  <a:srgbClr val="16202B"/>
                </a:solidFill>
                <a:latin typeface="Segoe UI"/>
              </a:rPr>
              <a:t>không</a:t>
            </a:r>
            <a:r>
              <a:rPr sz="1500" b="0" i="0" dirty="0">
                <a:solidFill>
                  <a:srgbClr val="16202B"/>
                </a:solidFill>
                <a:latin typeface="Segoe UI"/>
              </a:rPr>
              <a:t> </a:t>
            </a:r>
            <a:r>
              <a:rPr sz="1500" b="0" i="0" dirty="0" err="1">
                <a:solidFill>
                  <a:srgbClr val="16202B"/>
                </a:solidFill>
                <a:latin typeface="Segoe UI"/>
              </a:rPr>
              <a:t>cần</a:t>
            </a:r>
            <a:r>
              <a:rPr sz="1500" b="0" i="0" dirty="0">
                <a:solidFill>
                  <a:srgbClr val="16202B"/>
                </a:solidFill>
                <a:latin typeface="Segoe UI"/>
              </a:rPr>
              <a:t> </a:t>
            </a:r>
            <a:r>
              <a:rPr sz="1500" b="0" i="0" dirty="0" err="1">
                <a:solidFill>
                  <a:srgbClr val="16202B"/>
                </a:solidFill>
                <a:latin typeface="Segoe UI"/>
              </a:rPr>
              <a:t>gán</a:t>
            </a:r>
            <a:r>
              <a:rPr sz="1500" b="0" i="0" dirty="0">
                <a:solidFill>
                  <a:srgbClr val="16202B"/>
                </a:solidFill>
                <a:latin typeface="Segoe UI"/>
              </a:rPr>
              <a:t> </a:t>
            </a:r>
            <a:r>
              <a:rPr sz="1500" b="0" i="0" dirty="0" err="1">
                <a:solidFill>
                  <a:srgbClr val="16202B"/>
                </a:solidFill>
                <a:latin typeface="Segoe UI"/>
              </a:rPr>
              <a:t>nhãn</a:t>
            </a:r>
            <a:r>
              <a:rPr sz="1500" b="0" i="0" dirty="0">
                <a:solidFill>
                  <a:srgbClr val="16202B"/>
                </a:solidFill>
                <a:latin typeface="Segoe UI"/>
              </a:rPr>
              <a:t> </a:t>
            </a:r>
            <a:r>
              <a:rPr sz="1500" b="0" i="0" dirty="0" err="1">
                <a:solidFill>
                  <a:srgbClr val="16202B"/>
                </a:solidFill>
                <a:latin typeface="Segoe UI"/>
              </a:rPr>
              <a:t>đầy</a:t>
            </a:r>
            <a:r>
              <a:rPr sz="1500" b="0" i="0" dirty="0">
                <a:solidFill>
                  <a:srgbClr val="16202B"/>
                </a:solidFill>
                <a:latin typeface="Segoe UI"/>
              </a:rPr>
              <a:t> </a:t>
            </a:r>
            <a:r>
              <a:rPr sz="1500" b="0" i="0" dirty="0" err="1">
                <a:solidFill>
                  <a:srgbClr val="16202B"/>
                </a:solidFill>
                <a:latin typeface="Segoe UI"/>
              </a:rPr>
              <a:t>đủ</a:t>
            </a:r>
            <a:r>
              <a:rPr sz="1500" b="0" i="0" dirty="0">
                <a:solidFill>
                  <a:srgbClr val="16202B"/>
                </a:solidFill>
                <a:latin typeface="Segoe UI"/>
              </a:rPr>
              <a:t>) </a:t>
            </a:r>
            <a:r>
              <a:rPr sz="1500" b="0" i="0" dirty="0" err="1">
                <a:solidFill>
                  <a:srgbClr val="16202B"/>
                </a:solidFill>
                <a:latin typeface="Segoe UI"/>
              </a:rPr>
              <a:t>trong</a:t>
            </a:r>
            <a:r>
              <a:rPr sz="1500" b="0" i="0" dirty="0">
                <a:solidFill>
                  <a:srgbClr val="16202B"/>
                </a:solidFill>
                <a:latin typeface="Segoe UI"/>
              </a:rPr>
              <a:t> </a:t>
            </a:r>
            <a:r>
              <a:rPr lang="en-US" sz="1500" b="0" i="0" dirty="0" err="1">
                <a:solidFill>
                  <a:srgbClr val="16202B"/>
                </a:solidFill>
                <a:latin typeface="Segoe UI"/>
              </a:rPr>
              <a:t>quá</a:t>
            </a:r>
            <a:r>
              <a:rPr lang="en-US" sz="1500" b="0" i="0" dirty="0">
                <a:solidFill>
                  <a:srgbClr val="16202B"/>
                </a:solidFill>
                <a:latin typeface="Segoe UI"/>
              </a:rPr>
              <a:t> </a:t>
            </a:r>
            <a:r>
              <a:rPr lang="en-US" sz="1500" b="0" i="0" dirty="0" err="1">
                <a:solidFill>
                  <a:srgbClr val="16202B"/>
                </a:solidFill>
                <a:latin typeface="Segoe UI"/>
              </a:rPr>
              <a:t>trình</a:t>
            </a:r>
            <a:r>
              <a:rPr lang="en-US" sz="1500" b="0" i="0" dirty="0">
                <a:solidFill>
                  <a:srgbClr val="16202B"/>
                </a:solidFill>
                <a:latin typeface="Segoe UI"/>
              </a:rPr>
              <a:t> infer </a:t>
            </a:r>
            <a:r>
              <a:rPr lang="en-US" sz="1500" b="0" i="0" dirty="0" err="1">
                <a:solidFill>
                  <a:srgbClr val="16202B"/>
                </a:solidFill>
                <a:latin typeface="Segoe UI"/>
              </a:rPr>
              <a:t>của</a:t>
            </a:r>
            <a:r>
              <a:rPr lang="en-US" sz="1500" b="0" i="0" dirty="0">
                <a:solidFill>
                  <a:srgbClr val="16202B"/>
                </a:solidFill>
                <a:latin typeface="Segoe UI"/>
              </a:rPr>
              <a:t> </a:t>
            </a:r>
            <a:r>
              <a:rPr lang="en-US" sz="1500" b="0" i="0" dirty="0" err="1">
                <a:solidFill>
                  <a:srgbClr val="16202B"/>
                </a:solidFill>
                <a:latin typeface="Segoe UI"/>
              </a:rPr>
              <a:t>mô</a:t>
            </a:r>
            <a:r>
              <a:rPr lang="en-US" sz="1500" b="0" i="0" dirty="0">
                <a:solidFill>
                  <a:srgbClr val="16202B"/>
                </a:solidFill>
                <a:latin typeface="Segoe UI"/>
              </a:rPr>
              <a:t> </a:t>
            </a:r>
            <a:r>
              <a:rPr lang="en-US" sz="1500" b="0" i="0" dirty="0" err="1">
                <a:solidFill>
                  <a:srgbClr val="16202B"/>
                </a:solidFill>
                <a:latin typeface="Segoe UI"/>
              </a:rPr>
              <a:t>hình</a:t>
            </a:r>
            <a:r>
              <a:rPr sz="1500" b="0" i="0" dirty="0">
                <a:solidFill>
                  <a:srgbClr val="16202B"/>
                </a:solidFill>
                <a:latin typeface="Segoe UI"/>
              </a:rPr>
              <a:t>.</a:t>
            </a:r>
          </a:p>
        </p:txBody>
      </p:sp>
      <p:sp>
        <p:nvSpPr>
          <p:cNvPr id="6" name="Rounded Rectangle 5"/>
          <p:cNvSpPr/>
          <p:nvPr/>
        </p:nvSpPr>
        <p:spPr>
          <a:xfrm>
            <a:off x="822960" y="4160520"/>
            <a:ext cx="9966960" cy="320040"/>
          </a:xfrm>
          <a:prstGeom prst="roundRect">
            <a:avLst>
              <a:gd name="adj" fmla="val 50000"/>
            </a:avLst>
          </a:prstGeom>
          <a:solidFill>
            <a:srgbClr val="E7ECF1"/>
          </a:solidFill>
          <a:ln w="12700">
            <a:solidFill>
              <a:srgbClr val="D6E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22960" y="4160520"/>
            <a:ext cx="1828800" cy="320040"/>
          </a:xfrm>
          <a:prstGeom prst="roundRect">
            <a:avLst>
              <a:gd name="adj" fmla="val 50000"/>
            </a:avLst>
          </a:prstGeom>
          <a:solidFill>
            <a:srgbClr val="DCF3EF"/>
          </a:solidFill>
          <a:ln w="12700">
            <a:solidFill>
              <a:srgbClr val="DCF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2423160" y="4087368"/>
            <a:ext cx="292608" cy="292608"/>
          </a:xfrm>
          <a:prstGeom prst="ellipse">
            <a:avLst/>
          </a:prstGeom>
          <a:solidFill>
            <a:srgbClr val="A5680B"/>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4617720"/>
            <a:ext cx="2926080" cy="640080"/>
          </a:xfrm>
          <a:prstGeom prst="rect">
            <a:avLst/>
          </a:prstGeom>
          <a:noFill/>
        </p:spPr>
        <p:txBody>
          <a:bodyPr wrap="square" lIns="0" tIns="0" rIns="0" bIns="0" anchor="t">
            <a:spAutoFit/>
          </a:bodyPr>
          <a:lstStyle/>
          <a:p>
            <a:r>
              <a:rPr sz="1050" b="1" i="0" dirty="0">
                <a:solidFill>
                  <a:srgbClr val="5B6B7C"/>
                </a:solidFill>
                <a:latin typeface="Consolas"/>
              </a:rPr>
              <a:t>KHÔNG GIÁM SÁT</a:t>
            </a:r>
          </a:p>
          <a:p>
            <a:r>
              <a:rPr sz="1100" b="0" i="0" dirty="0">
                <a:solidFill>
                  <a:srgbClr val="5B6B7C"/>
                </a:solidFill>
                <a:latin typeface="Segoe UI"/>
              </a:rPr>
              <a:t>TTA </a:t>
            </a:r>
            <a:r>
              <a:rPr sz="1100" b="0" i="0" dirty="0" err="1">
                <a:solidFill>
                  <a:srgbClr val="5B6B7C"/>
                </a:solidFill>
                <a:latin typeface="Segoe UI"/>
              </a:rPr>
              <a:t>thông</a:t>
            </a:r>
            <a:r>
              <a:rPr sz="1100" b="0" i="0" dirty="0">
                <a:solidFill>
                  <a:srgbClr val="5B6B7C"/>
                </a:solidFill>
                <a:latin typeface="Segoe UI"/>
              </a:rPr>
              <a:t> </a:t>
            </a:r>
            <a:r>
              <a:rPr sz="1100" b="0" i="0" dirty="0" err="1">
                <a:solidFill>
                  <a:srgbClr val="5B6B7C"/>
                </a:solidFill>
                <a:latin typeface="Segoe UI"/>
              </a:rPr>
              <a:t>thường</a:t>
            </a:r>
            <a:r>
              <a:rPr sz="1100" b="0" i="0" dirty="0">
                <a:solidFill>
                  <a:srgbClr val="5B6B7C"/>
                </a:solidFill>
                <a:latin typeface="Segoe UI"/>
              </a:rPr>
              <a:t> — 0% </a:t>
            </a:r>
            <a:r>
              <a:rPr sz="1100" b="0" i="0" dirty="0" err="1">
                <a:solidFill>
                  <a:srgbClr val="5B6B7C"/>
                </a:solidFill>
                <a:latin typeface="Segoe UI"/>
              </a:rPr>
              <a:t>nhãn</a:t>
            </a:r>
            <a:endParaRPr sz="1100" b="0" i="0" dirty="0">
              <a:solidFill>
                <a:srgbClr val="5B6B7C"/>
              </a:solidFill>
              <a:latin typeface="Segoe UI"/>
            </a:endParaRPr>
          </a:p>
        </p:txBody>
      </p:sp>
      <p:sp>
        <p:nvSpPr>
          <p:cNvPr id="10" name="TextBox 9"/>
          <p:cNvSpPr txBox="1"/>
          <p:nvPr/>
        </p:nvSpPr>
        <p:spPr>
          <a:xfrm>
            <a:off x="1691640" y="3593592"/>
            <a:ext cx="4114800" cy="502920"/>
          </a:xfrm>
          <a:prstGeom prst="rect">
            <a:avLst/>
          </a:prstGeom>
          <a:noFill/>
        </p:spPr>
        <p:txBody>
          <a:bodyPr wrap="square" lIns="0" tIns="0" rIns="0" bIns="0" anchor="t">
            <a:spAutoFit/>
          </a:bodyPr>
          <a:lstStyle/>
          <a:p>
            <a:r>
              <a:rPr sz="1250" b="1" i="0">
                <a:solidFill>
                  <a:srgbClr val="A5680B"/>
                </a:solidFill>
                <a:latin typeface="Segoe UI"/>
              </a:rPr>
              <a:t>BiTTA — phản hồi nhị phân, &lt;5% nhãn</a:t>
            </a:r>
          </a:p>
        </p:txBody>
      </p:sp>
      <p:sp>
        <p:nvSpPr>
          <p:cNvPr id="11" name="TextBox 10"/>
          <p:cNvSpPr txBox="1"/>
          <p:nvPr/>
        </p:nvSpPr>
        <p:spPr>
          <a:xfrm>
            <a:off x="8412480" y="4617720"/>
            <a:ext cx="2377440" cy="640080"/>
          </a:xfrm>
          <a:prstGeom prst="rect">
            <a:avLst/>
          </a:prstGeom>
          <a:noFill/>
        </p:spPr>
        <p:txBody>
          <a:bodyPr wrap="square" lIns="0" tIns="0" rIns="0" bIns="0" anchor="t">
            <a:spAutoFit/>
          </a:bodyPr>
          <a:lstStyle/>
          <a:p>
            <a:pPr algn="r"/>
            <a:r>
              <a:rPr sz="1050" b="1" i="0">
                <a:solidFill>
                  <a:srgbClr val="5B6B7C"/>
                </a:solidFill>
                <a:latin typeface="Consolas"/>
              </a:rPr>
              <a:t>GIÁM SÁT ĐẦY ĐỦ</a:t>
            </a:r>
          </a:p>
          <a:p>
            <a:pPr algn="r"/>
            <a:r>
              <a:rPr sz="1100" b="0" i="0">
                <a:solidFill>
                  <a:srgbClr val="5B6B7C"/>
                </a:solidFill>
                <a:latin typeface="Segoe UI"/>
              </a:rPr>
              <a:t>Gán nhãn 100% dữ liệu</a:t>
            </a:r>
          </a:p>
        </p:txBody>
      </p:sp>
      <p:sp>
        <p:nvSpPr>
          <p:cNvPr id="12" name="TextBox 11"/>
          <p:cNvSpPr txBox="1"/>
          <p:nvPr/>
        </p:nvSpPr>
        <p:spPr>
          <a:xfrm>
            <a:off x="685800" y="6446520"/>
            <a:ext cx="1828800" cy="320040"/>
          </a:xfrm>
          <a:prstGeom prst="rect">
            <a:avLst/>
          </a:prstGeom>
          <a:noFill/>
        </p:spPr>
        <p:txBody>
          <a:bodyPr wrap="square" lIns="0" tIns="0" rIns="0" bIns="0" anchor="t">
            <a:spAutoFit/>
          </a:bodyPr>
          <a:lstStyle/>
          <a:p>
            <a:r>
              <a:rPr sz="1000" b="0" i="0" spc="60">
                <a:solidFill>
                  <a:srgbClr val="5B6B7C"/>
                </a:solidFill>
                <a:latin typeface="Consolas"/>
              </a:rPr>
              <a:t>02 / 08</a:t>
            </a:r>
          </a:p>
        </p:txBody>
      </p:sp>
      <p:cxnSp>
        <p:nvCxnSpPr>
          <p:cNvPr id="13" name="Connector 12"/>
          <p:cNvCxnSpPr/>
          <p:nvPr/>
        </p:nvCxnSpPr>
        <p:spPr>
          <a:xfrm>
            <a:off x="685800" y="6382512"/>
            <a:ext cx="10820095" cy="0"/>
          </a:xfrm>
          <a:prstGeom prst="line">
            <a:avLst/>
          </a:prstGeom>
          <a:ln w="9525">
            <a:solidFill>
              <a:srgbClr val="D6E0E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502920"/>
            <a:ext cx="9144000" cy="365760"/>
          </a:xfrm>
          <a:prstGeom prst="rect">
            <a:avLst/>
          </a:prstGeom>
          <a:noFill/>
        </p:spPr>
        <p:txBody>
          <a:bodyPr wrap="square" lIns="0" tIns="0" rIns="0" bIns="0" anchor="t">
            <a:spAutoFit/>
          </a:bodyPr>
          <a:lstStyle/>
          <a:p>
            <a:r>
              <a:rPr sz="1200" b="1" i="0" spc="120">
                <a:solidFill>
                  <a:srgbClr val="0E8F82"/>
                </a:solidFill>
                <a:latin typeface="Consolas"/>
              </a:rPr>
              <a:t>02 · LUỒNG HOẠT ĐỘNG GỐC</a:t>
            </a:r>
          </a:p>
        </p:txBody>
      </p:sp>
      <p:sp>
        <p:nvSpPr>
          <p:cNvPr id="4" name="TextBox 3"/>
          <p:cNvSpPr txBox="1"/>
          <p:nvPr/>
        </p:nvSpPr>
        <p:spPr>
          <a:xfrm>
            <a:off x="685800" y="868680"/>
            <a:ext cx="10607040" cy="1005840"/>
          </a:xfrm>
          <a:prstGeom prst="rect">
            <a:avLst/>
          </a:prstGeom>
          <a:noFill/>
        </p:spPr>
        <p:txBody>
          <a:bodyPr wrap="square" lIns="0" tIns="0" rIns="0" bIns="0" anchor="t">
            <a:spAutoFit/>
          </a:bodyPr>
          <a:lstStyle/>
          <a:p>
            <a:r>
              <a:rPr sz="2600" b="1" i="0">
                <a:solidFill>
                  <a:srgbClr val="16202B"/>
                </a:solidFill>
                <a:latin typeface="Segoe UI"/>
              </a:rPr>
              <a:t>BiTTA gốc hoạt động theo 4 bước, lặp lại mỗi lô ảnh</a:t>
            </a:r>
          </a:p>
        </p:txBody>
      </p:sp>
      <p:sp>
        <p:nvSpPr>
          <p:cNvPr id="5" name="Rounded Rectangle 4"/>
          <p:cNvSpPr/>
          <p:nvPr/>
        </p:nvSpPr>
        <p:spPr>
          <a:xfrm>
            <a:off x="685800" y="2606040"/>
            <a:ext cx="1371600" cy="914400"/>
          </a:xfrm>
          <a:prstGeom prst="roundRect">
            <a:avLst>
              <a:gd name="adj" fmla="val 10000"/>
            </a:avLst>
          </a:prstGeom>
          <a:solidFill>
            <a:srgbClr val="FFFFFF"/>
          </a:solidFill>
          <a:ln w="12700">
            <a:solidFill>
              <a:srgbClr val="D6E0E8"/>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lang="en-US" sz="1100" b="1" i="0" dirty="0">
                <a:solidFill>
                  <a:srgbClr val="16202B"/>
                </a:solidFill>
                <a:latin typeface="Segoe UI"/>
              </a:rPr>
              <a:t>BATCH ẢNH</a:t>
            </a:r>
            <a:endParaRPr sz="1100" b="1" i="0" dirty="0">
              <a:solidFill>
                <a:srgbClr val="16202B"/>
              </a:solidFill>
              <a:latin typeface="Segoe UI"/>
            </a:endParaRPr>
          </a:p>
          <a:p>
            <a:pPr algn="ctr"/>
            <a:r>
              <a:rPr sz="1000" b="0" i="0" dirty="0">
                <a:solidFill>
                  <a:srgbClr val="5B6B7C"/>
                </a:solidFill>
                <a:latin typeface="Consolas"/>
              </a:rPr>
              <a:t>64 </a:t>
            </a:r>
            <a:r>
              <a:rPr sz="1000" b="0" i="0" dirty="0" err="1">
                <a:solidFill>
                  <a:srgbClr val="5B6B7C"/>
                </a:solidFill>
                <a:latin typeface="Consolas"/>
              </a:rPr>
              <a:t>ảnh</a:t>
            </a:r>
            <a:endParaRPr sz="1000" b="0" i="0" dirty="0">
              <a:solidFill>
                <a:srgbClr val="5B6B7C"/>
              </a:solidFill>
              <a:latin typeface="Consolas"/>
            </a:endParaRPr>
          </a:p>
        </p:txBody>
      </p:sp>
      <p:sp>
        <p:nvSpPr>
          <p:cNvPr id="6" name="Right Arrow 5"/>
          <p:cNvSpPr/>
          <p:nvPr/>
        </p:nvSpPr>
        <p:spPr>
          <a:xfrm>
            <a:off x="2057400" y="2990088"/>
            <a:ext cx="292608" cy="146304"/>
          </a:xfrm>
          <a:prstGeom prst="rightArrow">
            <a:avLst>
              <a:gd name="adj1" fmla="val 55000"/>
              <a:gd name="adj2" fmla="val 62000"/>
            </a:avLst>
          </a:prstGeom>
          <a:solidFill>
            <a:srgbClr val="8F9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377440" y="2606040"/>
            <a:ext cx="1600200" cy="914400"/>
          </a:xfrm>
          <a:prstGeom prst="roundRect">
            <a:avLst>
              <a:gd name="adj" fmla="val 10000"/>
            </a:avLst>
          </a:prstGeom>
          <a:solidFill>
            <a:srgbClr val="FFFFFF"/>
          </a:solidFill>
          <a:ln w="12700">
            <a:solidFill>
              <a:srgbClr val="D6E0E8"/>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050" b="1" i="0" dirty="0">
                <a:solidFill>
                  <a:srgbClr val="16202B"/>
                </a:solidFill>
                <a:latin typeface="Segoe UI"/>
              </a:rPr>
              <a:t>ĐO ĐỘ ỔN ĐỊNH</a:t>
            </a:r>
          </a:p>
          <a:p>
            <a:pPr algn="ctr"/>
            <a:r>
              <a:rPr sz="950" b="0" i="0" dirty="0" err="1">
                <a:solidFill>
                  <a:srgbClr val="5B6B7C"/>
                </a:solidFill>
                <a:latin typeface="Consolas"/>
              </a:rPr>
              <a:t>dự</a:t>
            </a:r>
            <a:r>
              <a:rPr sz="950" b="0" i="0" dirty="0">
                <a:solidFill>
                  <a:srgbClr val="5B6B7C"/>
                </a:solidFill>
                <a:latin typeface="Consolas"/>
              </a:rPr>
              <a:t> </a:t>
            </a:r>
            <a:r>
              <a:rPr sz="950" b="0" i="0" dirty="0" err="1">
                <a:solidFill>
                  <a:srgbClr val="5B6B7C"/>
                </a:solidFill>
                <a:latin typeface="Consolas"/>
              </a:rPr>
              <a:t>đoán</a:t>
            </a:r>
            <a:r>
              <a:rPr sz="950" b="0" i="0" dirty="0">
                <a:solidFill>
                  <a:srgbClr val="5B6B7C"/>
                </a:solidFill>
                <a:latin typeface="Consolas"/>
              </a:rPr>
              <a:t> </a:t>
            </a:r>
            <a:r>
              <a:rPr sz="950" b="0" i="0" dirty="0" err="1">
                <a:solidFill>
                  <a:srgbClr val="5B6B7C"/>
                </a:solidFill>
                <a:latin typeface="Consolas"/>
              </a:rPr>
              <a:t>nhiều</a:t>
            </a:r>
            <a:r>
              <a:rPr sz="950" b="0" i="0" dirty="0">
                <a:solidFill>
                  <a:srgbClr val="5B6B7C"/>
                </a:solidFill>
                <a:latin typeface="Consolas"/>
              </a:rPr>
              <a:t> </a:t>
            </a:r>
            <a:r>
              <a:rPr sz="950" b="0" i="0" dirty="0" err="1">
                <a:solidFill>
                  <a:srgbClr val="5B6B7C"/>
                </a:solidFill>
                <a:latin typeface="Consolas"/>
              </a:rPr>
              <a:t>lần</a:t>
            </a:r>
            <a:endParaRPr sz="950" b="0" i="0" dirty="0">
              <a:solidFill>
                <a:srgbClr val="5B6B7C"/>
              </a:solidFill>
              <a:latin typeface="Consolas"/>
            </a:endParaRPr>
          </a:p>
        </p:txBody>
      </p:sp>
      <p:sp>
        <p:nvSpPr>
          <p:cNvPr id="8" name="Right Arrow 7"/>
          <p:cNvSpPr/>
          <p:nvPr/>
        </p:nvSpPr>
        <p:spPr>
          <a:xfrm>
            <a:off x="3977639" y="2990088"/>
            <a:ext cx="292608" cy="146304"/>
          </a:xfrm>
          <a:prstGeom prst="rightArrow">
            <a:avLst>
              <a:gd name="adj1" fmla="val 55000"/>
              <a:gd name="adj2" fmla="val 62000"/>
            </a:avLst>
          </a:prstGeom>
          <a:solidFill>
            <a:srgbClr val="8F9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297680" y="2606040"/>
            <a:ext cx="1965960" cy="914400"/>
          </a:xfrm>
          <a:prstGeom prst="roundRect">
            <a:avLst>
              <a:gd name="adj" fmla="val 10000"/>
            </a:avLst>
          </a:prstGeom>
          <a:solidFill>
            <a:srgbClr val="FFFFFF"/>
          </a:solidFill>
          <a:ln w="22225">
            <a:solidFill>
              <a:srgbClr val="0E8F82"/>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100" b="1" i="0" dirty="0">
                <a:solidFill>
                  <a:srgbClr val="16202B"/>
                </a:solidFill>
                <a:latin typeface="Segoe UI"/>
              </a:rPr>
              <a:t>CHỌN 3 ẢNH</a:t>
            </a:r>
          </a:p>
          <a:p>
            <a:pPr algn="ctr"/>
            <a:r>
              <a:rPr lang="en-US" sz="1000" dirty="0">
                <a:solidFill>
                  <a:srgbClr val="5B6B7C"/>
                </a:solidFill>
                <a:latin typeface="Consolas"/>
              </a:rPr>
              <a:t>Confidence score </a:t>
            </a:r>
            <a:r>
              <a:rPr lang="en-US" sz="1000" dirty="0" err="1">
                <a:solidFill>
                  <a:srgbClr val="5B6B7C"/>
                </a:solidFill>
                <a:latin typeface="Consolas"/>
              </a:rPr>
              <a:t>thấp</a:t>
            </a:r>
            <a:r>
              <a:rPr lang="en-US" sz="1000" dirty="0">
                <a:solidFill>
                  <a:srgbClr val="5B6B7C"/>
                </a:solidFill>
                <a:latin typeface="Consolas"/>
              </a:rPr>
              <a:t> </a:t>
            </a:r>
            <a:r>
              <a:rPr lang="en-US" sz="1000" dirty="0" err="1">
                <a:solidFill>
                  <a:srgbClr val="5B6B7C"/>
                </a:solidFill>
                <a:latin typeface="Consolas"/>
              </a:rPr>
              <a:t>nhất</a:t>
            </a:r>
            <a:endParaRPr sz="1000" b="0" i="0" dirty="0">
              <a:solidFill>
                <a:srgbClr val="5B6B7C"/>
              </a:solidFill>
              <a:latin typeface="Consolas"/>
            </a:endParaRPr>
          </a:p>
        </p:txBody>
      </p:sp>
      <p:sp>
        <p:nvSpPr>
          <p:cNvPr id="10" name="Right Arrow 9"/>
          <p:cNvSpPr/>
          <p:nvPr/>
        </p:nvSpPr>
        <p:spPr>
          <a:xfrm>
            <a:off x="6263640" y="2990088"/>
            <a:ext cx="292608" cy="146304"/>
          </a:xfrm>
          <a:prstGeom prst="rightArrow">
            <a:avLst>
              <a:gd name="adj1" fmla="val 55000"/>
              <a:gd name="adj2" fmla="val 62000"/>
            </a:avLst>
          </a:prstGeom>
          <a:solidFill>
            <a:srgbClr val="8F9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583680" y="2606040"/>
            <a:ext cx="1325880" cy="914400"/>
          </a:xfrm>
          <a:prstGeom prst="roundRect">
            <a:avLst>
              <a:gd name="adj" fmla="val 10000"/>
            </a:avLst>
          </a:prstGeom>
          <a:solidFill>
            <a:srgbClr val="FFFFFF"/>
          </a:solidFill>
          <a:ln w="12700">
            <a:solidFill>
              <a:srgbClr val="D6E0E8"/>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050" b="1" i="0" dirty="0">
                <a:solidFill>
                  <a:srgbClr val="16202B"/>
                </a:solidFill>
                <a:latin typeface="Segoe UI"/>
              </a:rPr>
              <a:t>HỎI CON NGƯỜI</a:t>
            </a:r>
          </a:p>
          <a:p>
            <a:pPr algn="ctr"/>
            <a:r>
              <a:rPr sz="950" b="0" i="0" dirty="0" err="1">
                <a:solidFill>
                  <a:srgbClr val="5B6B7C"/>
                </a:solidFill>
                <a:latin typeface="Consolas"/>
              </a:rPr>
              <a:t>đúng</a:t>
            </a:r>
            <a:r>
              <a:rPr sz="950" b="0" i="0" dirty="0">
                <a:solidFill>
                  <a:srgbClr val="5B6B7C"/>
                </a:solidFill>
                <a:latin typeface="Consolas"/>
              </a:rPr>
              <a:t> / </a:t>
            </a:r>
            <a:r>
              <a:rPr sz="950" b="0" i="0" dirty="0" err="1">
                <a:solidFill>
                  <a:srgbClr val="5B6B7C"/>
                </a:solidFill>
                <a:latin typeface="Consolas"/>
              </a:rPr>
              <a:t>sai</a:t>
            </a:r>
            <a:r>
              <a:rPr sz="950" b="0" i="0" dirty="0">
                <a:solidFill>
                  <a:srgbClr val="5B6B7C"/>
                </a:solidFill>
                <a:latin typeface="Consolas"/>
              </a:rPr>
              <a:t>?</a:t>
            </a:r>
          </a:p>
        </p:txBody>
      </p:sp>
      <p:cxnSp>
        <p:nvCxnSpPr>
          <p:cNvPr id="12" name="Connector 11"/>
          <p:cNvCxnSpPr/>
          <p:nvPr/>
        </p:nvCxnSpPr>
        <p:spPr>
          <a:xfrm flipV="1">
            <a:off x="7909560" y="2583180"/>
            <a:ext cx="320040" cy="480060"/>
          </a:xfrm>
          <a:prstGeom prst="line">
            <a:avLst/>
          </a:prstGeom>
          <a:ln w="12700">
            <a:solidFill>
              <a:srgbClr val="8F9CA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909560" y="3063240"/>
            <a:ext cx="320040" cy="525780"/>
          </a:xfrm>
          <a:prstGeom prst="line">
            <a:avLst/>
          </a:prstGeom>
          <a:ln w="12700">
            <a:solidFill>
              <a:srgbClr val="8F9CA8"/>
            </a:solidFill>
            <a:prstDash val="dash"/>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229600" y="2331720"/>
            <a:ext cx="1234440" cy="502920"/>
          </a:xfrm>
          <a:prstGeom prst="roundRect">
            <a:avLst>
              <a:gd name="adj" fmla="val 10000"/>
            </a:avLst>
          </a:prstGeom>
          <a:solidFill>
            <a:srgbClr val="E1F3EA"/>
          </a:solidFill>
          <a:ln w="12700">
            <a:solidFill>
              <a:srgbClr val="17875A"/>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050" b="1" i="0" dirty="0">
                <a:solidFill>
                  <a:srgbClr val="17875A"/>
                </a:solidFill>
                <a:latin typeface="Segoe UI"/>
              </a:rPr>
              <a:t>ĐÚNG</a:t>
            </a:r>
          </a:p>
        </p:txBody>
      </p:sp>
      <p:sp>
        <p:nvSpPr>
          <p:cNvPr id="15" name="Rounded Rectangle 14"/>
          <p:cNvSpPr/>
          <p:nvPr/>
        </p:nvSpPr>
        <p:spPr>
          <a:xfrm>
            <a:off x="8229600" y="3337560"/>
            <a:ext cx="1234440" cy="502920"/>
          </a:xfrm>
          <a:prstGeom prst="roundRect">
            <a:avLst>
              <a:gd name="adj" fmla="val 10000"/>
            </a:avLst>
          </a:prstGeom>
          <a:solidFill>
            <a:srgbClr val="FBE6E3"/>
          </a:solidFill>
          <a:ln w="12700">
            <a:solidFill>
              <a:srgbClr val="B5473F"/>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050" b="1" i="0" dirty="0">
                <a:solidFill>
                  <a:srgbClr val="B5473F"/>
                </a:solidFill>
                <a:latin typeface="Segoe UI"/>
              </a:rPr>
              <a:t>SAI</a:t>
            </a:r>
          </a:p>
        </p:txBody>
      </p:sp>
      <p:cxnSp>
        <p:nvCxnSpPr>
          <p:cNvPr id="16" name="Connector 15"/>
          <p:cNvCxnSpPr/>
          <p:nvPr/>
        </p:nvCxnSpPr>
        <p:spPr>
          <a:xfrm>
            <a:off x="9464040" y="2583180"/>
            <a:ext cx="320040" cy="480060"/>
          </a:xfrm>
          <a:prstGeom prst="line">
            <a:avLst/>
          </a:prstGeom>
          <a:ln w="12700">
            <a:solidFill>
              <a:srgbClr val="8F9CA8"/>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9464040" y="3063240"/>
            <a:ext cx="320040" cy="525780"/>
          </a:xfrm>
          <a:prstGeom prst="line">
            <a:avLst/>
          </a:prstGeom>
          <a:ln w="12700">
            <a:solidFill>
              <a:srgbClr val="8F9CA8"/>
            </a:solidFill>
            <a:prstDash val="dash"/>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784080" y="2377440"/>
            <a:ext cx="1691640" cy="1371600"/>
          </a:xfrm>
          <a:prstGeom prst="roundRect">
            <a:avLst>
              <a:gd name="adj" fmla="val 10000"/>
            </a:avLst>
          </a:prstGeom>
          <a:solidFill>
            <a:srgbClr val="FFFFFF"/>
          </a:solidFill>
          <a:ln w="12700">
            <a:solidFill>
              <a:srgbClr val="D6E0E8"/>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000" b="1" i="0" dirty="0">
                <a:solidFill>
                  <a:srgbClr val="16202B"/>
                </a:solidFill>
                <a:latin typeface="Segoe UI"/>
              </a:rPr>
              <a:t>CẬP NHẬT MÔ HÌNH</a:t>
            </a:r>
          </a:p>
          <a:p>
            <a:pPr algn="ctr"/>
            <a:r>
              <a:rPr sz="900" b="0" i="0" dirty="0" err="1">
                <a:solidFill>
                  <a:srgbClr val="5B6B7C"/>
                </a:solidFill>
                <a:latin typeface="Consolas"/>
              </a:rPr>
              <a:t>học</a:t>
            </a:r>
            <a:r>
              <a:rPr sz="900" b="0" i="0" dirty="0">
                <a:solidFill>
                  <a:srgbClr val="5B6B7C"/>
                </a:solidFill>
                <a:latin typeface="Consolas"/>
              </a:rPr>
              <a:t> </a:t>
            </a:r>
            <a:r>
              <a:rPr sz="900" b="0" i="0" dirty="0" err="1">
                <a:solidFill>
                  <a:srgbClr val="5B6B7C"/>
                </a:solidFill>
                <a:latin typeface="Consolas"/>
              </a:rPr>
              <a:t>từ</a:t>
            </a:r>
            <a:r>
              <a:rPr sz="900" b="0" i="0" dirty="0">
                <a:solidFill>
                  <a:srgbClr val="5B6B7C"/>
                </a:solidFill>
                <a:latin typeface="Consolas"/>
              </a:rPr>
              <a:t> </a:t>
            </a:r>
            <a:r>
              <a:rPr sz="900" b="0" i="0" dirty="0" err="1">
                <a:solidFill>
                  <a:srgbClr val="5B6B7C"/>
                </a:solidFill>
                <a:latin typeface="Consolas"/>
              </a:rPr>
              <a:t>cả</a:t>
            </a:r>
            <a:r>
              <a:rPr sz="900" b="0" i="0" dirty="0">
                <a:solidFill>
                  <a:srgbClr val="5B6B7C"/>
                </a:solidFill>
                <a:latin typeface="Consolas"/>
              </a:rPr>
              <a:t> 2 </a:t>
            </a:r>
            <a:r>
              <a:rPr sz="900" b="0" i="0" dirty="0" err="1">
                <a:solidFill>
                  <a:srgbClr val="5B6B7C"/>
                </a:solidFill>
                <a:latin typeface="Consolas"/>
              </a:rPr>
              <a:t>nguồn</a:t>
            </a:r>
            <a:endParaRPr sz="900" b="0" i="0" dirty="0">
              <a:solidFill>
                <a:srgbClr val="5B6B7C"/>
              </a:solidFill>
              <a:latin typeface="Consolas"/>
            </a:endParaRPr>
          </a:p>
        </p:txBody>
      </p:sp>
      <p:sp>
        <p:nvSpPr>
          <p:cNvPr id="19" name="TextBox 18"/>
          <p:cNvSpPr txBox="1"/>
          <p:nvPr/>
        </p:nvSpPr>
        <p:spPr>
          <a:xfrm>
            <a:off x="685800" y="3977639"/>
            <a:ext cx="10515600" cy="400110"/>
          </a:xfrm>
          <a:prstGeom prst="rect">
            <a:avLst/>
          </a:prstGeom>
          <a:noFill/>
        </p:spPr>
        <p:txBody>
          <a:bodyPr wrap="square" lIns="0" tIns="0" rIns="0" bIns="0" anchor="t">
            <a:spAutoFit/>
          </a:bodyPr>
          <a:lstStyle/>
          <a:p>
            <a:r>
              <a:rPr sz="1300" b="0" i="1" dirty="0">
                <a:solidFill>
                  <a:srgbClr val="5B6B7C"/>
                </a:solidFill>
                <a:latin typeface="Segoe UI"/>
              </a:rPr>
              <a:t>"</a:t>
            </a:r>
            <a:r>
              <a:rPr sz="1300" b="0" i="1" dirty="0" err="1">
                <a:solidFill>
                  <a:srgbClr val="5B6B7C"/>
                </a:solidFill>
                <a:latin typeface="Segoe UI"/>
              </a:rPr>
              <a:t>Đo</a:t>
            </a:r>
            <a:r>
              <a:rPr sz="1300" b="0" i="1" dirty="0">
                <a:solidFill>
                  <a:srgbClr val="5B6B7C"/>
                </a:solidFill>
                <a:latin typeface="Segoe UI"/>
              </a:rPr>
              <a:t> </a:t>
            </a:r>
            <a:r>
              <a:rPr sz="1300" b="0" i="1" dirty="0" err="1">
                <a:solidFill>
                  <a:srgbClr val="5B6B7C"/>
                </a:solidFill>
                <a:latin typeface="Segoe UI"/>
              </a:rPr>
              <a:t>độ</a:t>
            </a:r>
            <a:r>
              <a:rPr sz="1300" b="0" i="1" dirty="0">
                <a:solidFill>
                  <a:srgbClr val="5B6B7C"/>
                </a:solidFill>
                <a:latin typeface="Segoe UI"/>
              </a:rPr>
              <a:t> </a:t>
            </a:r>
            <a:r>
              <a:rPr sz="1300" b="0" i="1" dirty="0" err="1">
                <a:solidFill>
                  <a:srgbClr val="5B6B7C"/>
                </a:solidFill>
                <a:latin typeface="Segoe UI"/>
              </a:rPr>
              <a:t>ổn</a:t>
            </a:r>
            <a:r>
              <a:rPr sz="1300" b="0" i="1" dirty="0">
                <a:solidFill>
                  <a:srgbClr val="5B6B7C"/>
                </a:solidFill>
                <a:latin typeface="Segoe UI"/>
              </a:rPr>
              <a:t> </a:t>
            </a:r>
            <a:r>
              <a:rPr sz="1300" b="0" i="1" dirty="0" err="1">
                <a:solidFill>
                  <a:srgbClr val="5B6B7C"/>
                </a:solidFill>
                <a:latin typeface="Segoe UI"/>
              </a:rPr>
              <a:t>định</a:t>
            </a:r>
            <a:r>
              <a:rPr sz="1300" b="0" i="1" dirty="0">
                <a:solidFill>
                  <a:srgbClr val="5B6B7C"/>
                </a:solidFill>
                <a:latin typeface="Segoe UI"/>
              </a:rPr>
              <a:t>" = </a:t>
            </a:r>
            <a:r>
              <a:rPr sz="1300" b="0" i="1" dirty="0" err="1">
                <a:solidFill>
                  <a:srgbClr val="5B6B7C"/>
                </a:solidFill>
                <a:latin typeface="Segoe UI"/>
              </a:rPr>
              <a:t>dự</a:t>
            </a:r>
            <a:r>
              <a:rPr sz="1300" b="0" i="1" dirty="0">
                <a:solidFill>
                  <a:srgbClr val="5B6B7C"/>
                </a:solidFill>
                <a:latin typeface="Segoe UI"/>
              </a:rPr>
              <a:t> </a:t>
            </a:r>
            <a:r>
              <a:rPr sz="1300" b="0" i="1" dirty="0" err="1">
                <a:solidFill>
                  <a:srgbClr val="5B6B7C"/>
                </a:solidFill>
                <a:latin typeface="Segoe UI"/>
              </a:rPr>
              <a:t>đoán</a:t>
            </a:r>
            <a:r>
              <a:rPr sz="1300" b="0" i="1" dirty="0">
                <a:solidFill>
                  <a:srgbClr val="5B6B7C"/>
                </a:solidFill>
                <a:latin typeface="Segoe UI"/>
              </a:rPr>
              <a:t> </a:t>
            </a:r>
            <a:r>
              <a:rPr sz="1300" b="0" i="1" dirty="0" err="1">
                <a:solidFill>
                  <a:srgbClr val="5B6B7C"/>
                </a:solidFill>
                <a:latin typeface="Segoe UI"/>
              </a:rPr>
              <a:t>lại</a:t>
            </a:r>
            <a:r>
              <a:rPr sz="1300" b="0" i="1" dirty="0">
                <a:solidFill>
                  <a:srgbClr val="5B6B7C"/>
                </a:solidFill>
                <a:latin typeface="Segoe UI"/>
              </a:rPr>
              <a:t> </a:t>
            </a:r>
            <a:r>
              <a:rPr sz="1300" b="0" i="1" dirty="0" err="1">
                <a:solidFill>
                  <a:srgbClr val="5B6B7C"/>
                </a:solidFill>
                <a:latin typeface="Segoe UI"/>
              </a:rPr>
              <a:t>nhiều</a:t>
            </a:r>
            <a:r>
              <a:rPr sz="1300" b="0" i="1" dirty="0">
                <a:solidFill>
                  <a:srgbClr val="5B6B7C"/>
                </a:solidFill>
                <a:latin typeface="Segoe UI"/>
              </a:rPr>
              <a:t> </a:t>
            </a:r>
            <a:r>
              <a:rPr sz="1300" b="0" i="1" dirty="0" err="1">
                <a:solidFill>
                  <a:srgbClr val="5B6B7C"/>
                </a:solidFill>
                <a:latin typeface="Segoe UI"/>
              </a:rPr>
              <a:t>lần</a:t>
            </a:r>
            <a:r>
              <a:rPr sz="1300" b="0" i="1" dirty="0">
                <a:solidFill>
                  <a:srgbClr val="5B6B7C"/>
                </a:solidFill>
                <a:latin typeface="Segoe UI"/>
              </a:rPr>
              <a:t> </a:t>
            </a:r>
            <a:r>
              <a:rPr sz="1300" b="0" i="1" dirty="0" err="1">
                <a:solidFill>
                  <a:srgbClr val="5B6B7C"/>
                </a:solidFill>
                <a:latin typeface="Segoe UI"/>
              </a:rPr>
              <a:t>trên</a:t>
            </a:r>
            <a:r>
              <a:rPr sz="1300" b="0" i="1" dirty="0">
                <a:solidFill>
                  <a:srgbClr val="5B6B7C"/>
                </a:solidFill>
                <a:latin typeface="Segoe UI"/>
              </a:rPr>
              <a:t> </a:t>
            </a:r>
            <a:r>
              <a:rPr sz="1300" b="0" i="1" dirty="0" err="1">
                <a:solidFill>
                  <a:srgbClr val="5B6B7C"/>
                </a:solidFill>
                <a:latin typeface="Segoe UI"/>
              </a:rPr>
              <a:t>cùng</a:t>
            </a:r>
            <a:r>
              <a:rPr sz="1300" b="0" i="1" dirty="0">
                <a:solidFill>
                  <a:srgbClr val="5B6B7C"/>
                </a:solidFill>
                <a:latin typeface="Segoe UI"/>
              </a:rPr>
              <a:t> 1 </a:t>
            </a:r>
            <a:r>
              <a:rPr sz="1300" b="0" i="1" dirty="0" err="1">
                <a:solidFill>
                  <a:srgbClr val="5B6B7C"/>
                </a:solidFill>
                <a:latin typeface="Segoe UI"/>
              </a:rPr>
              <a:t>ảnh</a:t>
            </a:r>
            <a:r>
              <a:rPr sz="1300" b="0" i="1" dirty="0">
                <a:solidFill>
                  <a:srgbClr val="5B6B7C"/>
                </a:solidFill>
                <a:latin typeface="Segoe UI"/>
              </a:rPr>
              <a:t>, </a:t>
            </a:r>
            <a:r>
              <a:rPr sz="1300" b="0" i="1" dirty="0" err="1">
                <a:solidFill>
                  <a:srgbClr val="5B6B7C"/>
                </a:solidFill>
                <a:latin typeface="Segoe UI"/>
              </a:rPr>
              <a:t>mỗi</a:t>
            </a:r>
            <a:r>
              <a:rPr sz="1300" b="0" i="1" dirty="0">
                <a:solidFill>
                  <a:srgbClr val="5B6B7C"/>
                </a:solidFill>
                <a:latin typeface="Segoe UI"/>
              </a:rPr>
              <a:t> </a:t>
            </a:r>
            <a:r>
              <a:rPr sz="1300" b="0" i="1" dirty="0" err="1">
                <a:solidFill>
                  <a:srgbClr val="5B6B7C"/>
                </a:solidFill>
                <a:latin typeface="Segoe UI"/>
              </a:rPr>
              <a:t>lần</a:t>
            </a:r>
            <a:r>
              <a:rPr sz="1300" b="0" i="1" dirty="0">
                <a:solidFill>
                  <a:srgbClr val="5B6B7C"/>
                </a:solidFill>
                <a:latin typeface="Segoe UI"/>
              </a:rPr>
              <a:t> </a:t>
            </a:r>
            <a:r>
              <a:rPr sz="1300" b="0" i="1" dirty="0" err="1">
                <a:solidFill>
                  <a:srgbClr val="5B6B7C"/>
                </a:solidFill>
                <a:latin typeface="Segoe UI"/>
              </a:rPr>
              <a:t>tắt</a:t>
            </a:r>
            <a:r>
              <a:rPr sz="1300" b="0" i="1" dirty="0">
                <a:solidFill>
                  <a:srgbClr val="5B6B7C"/>
                </a:solidFill>
                <a:latin typeface="Segoe UI"/>
              </a:rPr>
              <a:t> </a:t>
            </a:r>
            <a:r>
              <a:rPr sz="1300" b="0" i="1" dirty="0" err="1">
                <a:solidFill>
                  <a:srgbClr val="5B6B7C"/>
                </a:solidFill>
                <a:latin typeface="Segoe UI"/>
              </a:rPr>
              <a:t>ngẫu</a:t>
            </a:r>
            <a:r>
              <a:rPr sz="1300" b="0" i="1" dirty="0">
                <a:solidFill>
                  <a:srgbClr val="5B6B7C"/>
                </a:solidFill>
                <a:latin typeface="Segoe UI"/>
              </a:rPr>
              <a:t> </a:t>
            </a:r>
            <a:r>
              <a:rPr sz="1300" b="0" i="1" dirty="0" err="1">
                <a:solidFill>
                  <a:srgbClr val="5B6B7C"/>
                </a:solidFill>
                <a:latin typeface="Segoe UI"/>
              </a:rPr>
              <a:t>nhiên</a:t>
            </a:r>
            <a:r>
              <a:rPr sz="1300" b="0" i="1" dirty="0">
                <a:solidFill>
                  <a:srgbClr val="5B6B7C"/>
                </a:solidFill>
                <a:latin typeface="Segoe UI"/>
              </a:rPr>
              <a:t> </a:t>
            </a:r>
            <a:r>
              <a:rPr sz="1300" b="0" i="1" dirty="0" err="1">
                <a:solidFill>
                  <a:srgbClr val="5B6B7C"/>
                </a:solidFill>
                <a:latin typeface="Segoe UI"/>
              </a:rPr>
              <a:t>một</a:t>
            </a:r>
            <a:r>
              <a:rPr sz="1300" b="0" i="1" dirty="0">
                <a:solidFill>
                  <a:srgbClr val="5B6B7C"/>
                </a:solidFill>
                <a:latin typeface="Segoe UI"/>
              </a:rPr>
              <a:t> </a:t>
            </a:r>
            <a:r>
              <a:rPr sz="1300" b="0" i="1" dirty="0" err="1">
                <a:solidFill>
                  <a:srgbClr val="5B6B7C"/>
                </a:solidFill>
                <a:latin typeface="Segoe UI"/>
              </a:rPr>
              <a:t>phần</a:t>
            </a:r>
            <a:r>
              <a:rPr sz="1300" b="0" i="1" dirty="0">
                <a:solidFill>
                  <a:srgbClr val="5B6B7C"/>
                </a:solidFill>
                <a:latin typeface="Segoe UI"/>
              </a:rPr>
              <a:t> </a:t>
            </a:r>
            <a:r>
              <a:rPr sz="1300" b="0" i="1" dirty="0" err="1">
                <a:solidFill>
                  <a:srgbClr val="5B6B7C"/>
                </a:solidFill>
                <a:latin typeface="Segoe UI"/>
              </a:rPr>
              <a:t>mạng</a:t>
            </a:r>
            <a:r>
              <a:rPr sz="1300" b="0" i="1" dirty="0">
                <a:solidFill>
                  <a:srgbClr val="5B6B7C"/>
                </a:solidFill>
                <a:latin typeface="Segoe UI"/>
              </a:rPr>
              <a:t> </a:t>
            </a:r>
            <a:r>
              <a:rPr sz="1300" b="0" i="1" dirty="0" err="1">
                <a:solidFill>
                  <a:srgbClr val="5B6B7C"/>
                </a:solidFill>
                <a:latin typeface="Segoe UI"/>
              </a:rPr>
              <a:t>nơ-ron</a:t>
            </a:r>
            <a:r>
              <a:rPr sz="1300" b="0" i="1" dirty="0">
                <a:solidFill>
                  <a:srgbClr val="5B6B7C"/>
                </a:solidFill>
                <a:latin typeface="Segoe UI"/>
              </a:rPr>
              <a:t> — </a:t>
            </a:r>
            <a:r>
              <a:rPr sz="1300" b="0" i="1" dirty="0" err="1">
                <a:solidFill>
                  <a:srgbClr val="5B6B7C"/>
                </a:solidFill>
                <a:latin typeface="Segoe UI"/>
              </a:rPr>
              <a:t>nếu</a:t>
            </a:r>
            <a:r>
              <a:rPr sz="1300" b="0" i="1" dirty="0">
                <a:solidFill>
                  <a:srgbClr val="5B6B7C"/>
                </a:solidFill>
                <a:latin typeface="Segoe UI"/>
              </a:rPr>
              <a:t> </a:t>
            </a:r>
            <a:r>
              <a:rPr sz="1300" b="0" i="1" dirty="0" err="1">
                <a:solidFill>
                  <a:srgbClr val="5B6B7C"/>
                </a:solidFill>
                <a:latin typeface="Segoe UI"/>
              </a:rPr>
              <a:t>câu</a:t>
            </a:r>
            <a:r>
              <a:rPr sz="1300" b="0" i="1" dirty="0">
                <a:solidFill>
                  <a:srgbClr val="5B6B7C"/>
                </a:solidFill>
                <a:latin typeface="Segoe UI"/>
              </a:rPr>
              <a:t> </a:t>
            </a:r>
            <a:r>
              <a:rPr sz="1300" b="0" i="1" dirty="0" err="1">
                <a:solidFill>
                  <a:srgbClr val="5B6B7C"/>
                </a:solidFill>
                <a:latin typeface="Segoe UI"/>
              </a:rPr>
              <a:t>trả</a:t>
            </a:r>
            <a:r>
              <a:rPr sz="1300" b="0" i="1" dirty="0">
                <a:solidFill>
                  <a:srgbClr val="5B6B7C"/>
                </a:solidFill>
                <a:latin typeface="Segoe UI"/>
              </a:rPr>
              <a:t> </a:t>
            </a:r>
            <a:r>
              <a:rPr sz="1300" b="0" i="1" dirty="0" err="1">
                <a:solidFill>
                  <a:srgbClr val="5B6B7C"/>
                </a:solidFill>
                <a:latin typeface="Segoe UI"/>
              </a:rPr>
              <a:t>lời</a:t>
            </a:r>
            <a:r>
              <a:rPr sz="1300" b="0" i="1" dirty="0">
                <a:solidFill>
                  <a:srgbClr val="5B6B7C"/>
                </a:solidFill>
                <a:latin typeface="Segoe UI"/>
              </a:rPr>
              <a:t> </a:t>
            </a:r>
            <a:r>
              <a:rPr sz="1300" b="0" i="1" dirty="0" err="1">
                <a:solidFill>
                  <a:srgbClr val="5B6B7C"/>
                </a:solidFill>
                <a:latin typeface="Segoe UI"/>
              </a:rPr>
              <a:t>vẫn</a:t>
            </a:r>
            <a:r>
              <a:rPr sz="1300" b="0" i="1" dirty="0">
                <a:solidFill>
                  <a:srgbClr val="5B6B7C"/>
                </a:solidFill>
                <a:latin typeface="Segoe UI"/>
              </a:rPr>
              <a:t> </a:t>
            </a:r>
            <a:r>
              <a:rPr sz="1300" b="0" i="1" dirty="0" err="1">
                <a:solidFill>
                  <a:srgbClr val="5B6B7C"/>
                </a:solidFill>
                <a:latin typeface="Segoe UI"/>
              </a:rPr>
              <a:t>ổn</a:t>
            </a:r>
            <a:r>
              <a:rPr sz="1300" b="0" i="1" dirty="0">
                <a:solidFill>
                  <a:srgbClr val="5B6B7C"/>
                </a:solidFill>
                <a:latin typeface="Segoe UI"/>
              </a:rPr>
              <a:t> </a:t>
            </a:r>
            <a:r>
              <a:rPr sz="1300" b="0" i="1" dirty="0" err="1">
                <a:solidFill>
                  <a:srgbClr val="5B6B7C"/>
                </a:solidFill>
                <a:latin typeface="Segoe UI"/>
              </a:rPr>
              <a:t>định</a:t>
            </a:r>
            <a:r>
              <a:rPr sz="1300" b="0" i="1" dirty="0">
                <a:solidFill>
                  <a:srgbClr val="5B6B7C"/>
                </a:solidFill>
                <a:latin typeface="Segoe UI"/>
              </a:rPr>
              <a:t> qua </a:t>
            </a:r>
            <a:r>
              <a:rPr sz="1300" b="0" i="1" dirty="0" err="1">
                <a:solidFill>
                  <a:srgbClr val="5B6B7C"/>
                </a:solidFill>
                <a:latin typeface="Segoe UI"/>
              </a:rPr>
              <a:t>nhiều</a:t>
            </a:r>
            <a:r>
              <a:rPr sz="1300" b="0" i="1" dirty="0">
                <a:solidFill>
                  <a:srgbClr val="5B6B7C"/>
                </a:solidFill>
                <a:latin typeface="Segoe UI"/>
              </a:rPr>
              <a:t> </a:t>
            </a:r>
            <a:r>
              <a:rPr sz="1300" b="0" i="1" dirty="0" err="1">
                <a:solidFill>
                  <a:srgbClr val="5B6B7C"/>
                </a:solidFill>
                <a:latin typeface="Segoe UI"/>
              </a:rPr>
              <a:t>lần</a:t>
            </a:r>
            <a:r>
              <a:rPr sz="1300" b="0" i="1" dirty="0">
                <a:solidFill>
                  <a:srgbClr val="5B6B7C"/>
                </a:solidFill>
                <a:latin typeface="Segoe UI"/>
              </a:rPr>
              <a:t> </a:t>
            </a:r>
            <a:r>
              <a:rPr sz="1300" b="0" i="1" dirty="0" err="1">
                <a:solidFill>
                  <a:srgbClr val="5B6B7C"/>
                </a:solidFill>
                <a:latin typeface="Segoe UI"/>
              </a:rPr>
              <a:t>thì</a:t>
            </a:r>
            <a:r>
              <a:rPr sz="1300" b="0" i="1" dirty="0">
                <a:solidFill>
                  <a:srgbClr val="5B6B7C"/>
                </a:solidFill>
                <a:latin typeface="Segoe UI"/>
              </a:rPr>
              <a:t> </a:t>
            </a:r>
            <a:r>
              <a:rPr sz="1300" b="0" i="1" dirty="0" err="1">
                <a:solidFill>
                  <a:srgbClr val="5B6B7C"/>
                </a:solidFill>
                <a:latin typeface="Segoe UI"/>
              </a:rPr>
              <a:t>mô</a:t>
            </a:r>
            <a:r>
              <a:rPr sz="1300" b="0" i="1" dirty="0">
                <a:solidFill>
                  <a:srgbClr val="5B6B7C"/>
                </a:solidFill>
                <a:latin typeface="Segoe UI"/>
              </a:rPr>
              <a:t> </a:t>
            </a:r>
            <a:r>
              <a:rPr sz="1300" b="0" i="1" dirty="0" err="1">
                <a:solidFill>
                  <a:srgbClr val="5B6B7C"/>
                </a:solidFill>
                <a:latin typeface="Segoe UI"/>
              </a:rPr>
              <a:t>hình</a:t>
            </a:r>
            <a:r>
              <a:rPr sz="1300" b="0" i="1" dirty="0">
                <a:solidFill>
                  <a:srgbClr val="5B6B7C"/>
                </a:solidFill>
                <a:latin typeface="Segoe UI"/>
              </a:rPr>
              <a:t> </a:t>
            </a:r>
            <a:r>
              <a:rPr lang="en-US" sz="1300" i="1" dirty="0" err="1">
                <a:solidFill>
                  <a:srgbClr val="5B6B7C"/>
                </a:solidFill>
                <a:latin typeface="Segoe UI"/>
              </a:rPr>
              <a:t>đang</a:t>
            </a:r>
            <a:r>
              <a:rPr lang="en-US" sz="1300" i="1" dirty="0">
                <a:solidFill>
                  <a:srgbClr val="5B6B7C"/>
                </a:solidFill>
                <a:latin typeface="Segoe UI"/>
              </a:rPr>
              <a:t> </a:t>
            </a:r>
            <a:r>
              <a:rPr sz="1300" b="0" i="1" dirty="0" err="1">
                <a:solidFill>
                  <a:srgbClr val="5B6B7C"/>
                </a:solidFill>
                <a:latin typeface="Segoe UI"/>
              </a:rPr>
              <a:t>tự</a:t>
            </a:r>
            <a:r>
              <a:rPr sz="1300" b="0" i="1" dirty="0">
                <a:solidFill>
                  <a:srgbClr val="5B6B7C"/>
                </a:solidFill>
                <a:latin typeface="Segoe UI"/>
              </a:rPr>
              <a:t> tin; </a:t>
            </a:r>
            <a:r>
              <a:rPr sz="1300" b="0" i="1" dirty="0" err="1">
                <a:solidFill>
                  <a:srgbClr val="5B6B7C"/>
                </a:solidFill>
                <a:latin typeface="Segoe UI"/>
              </a:rPr>
              <a:t>nếu</a:t>
            </a:r>
            <a:r>
              <a:rPr sz="1300" b="0" i="1" dirty="0">
                <a:solidFill>
                  <a:srgbClr val="5B6B7C"/>
                </a:solidFill>
                <a:latin typeface="Segoe UI"/>
              </a:rPr>
              <a:t> dao </a:t>
            </a:r>
            <a:r>
              <a:rPr sz="1300" b="0" i="1" dirty="0" err="1">
                <a:solidFill>
                  <a:srgbClr val="5B6B7C"/>
                </a:solidFill>
                <a:latin typeface="Segoe UI"/>
              </a:rPr>
              <a:t>động</a:t>
            </a:r>
            <a:r>
              <a:rPr sz="1300" b="0" i="1" dirty="0">
                <a:solidFill>
                  <a:srgbClr val="5B6B7C"/>
                </a:solidFill>
                <a:latin typeface="Segoe UI"/>
              </a:rPr>
              <a:t> </a:t>
            </a:r>
            <a:r>
              <a:rPr sz="1300" b="0" i="1" dirty="0" err="1">
                <a:solidFill>
                  <a:srgbClr val="5B6B7C"/>
                </a:solidFill>
                <a:latin typeface="Segoe UI"/>
              </a:rPr>
              <a:t>thì</a:t>
            </a:r>
            <a:r>
              <a:rPr sz="1300" b="0" i="1" dirty="0">
                <a:solidFill>
                  <a:srgbClr val="5B6B7C"/>
                </a:solidFill>
                <a:latin typeface="Segoe UI"/>
              </a:rPr>
              <a:t> </a:t>
            </a:r>
            <a:r>
              <a:rPr sz="1300" b="0" i="1" dirty="0" err="1">
                <a:solidFill>
                  <a:srgbClr val="5B6B7C"/>
                </a:solidFill>
                <a:latin typeface="Segoe UI"/>
              </a:rPr>
              <a:t>đang</a:t>
            </a:r>
            <a:r>
              <a:rPr sz="1300" b="0" i="1" dirty="0">
                <a:solidFill>
                  <a:srgbClr val="5B6B7C"/>
                </a:solidFill>
                <a:latin typeface="Segoe UI"/>
              </a:rPr>
              <a:t> </a:t>
            </a:r>
            <a:r>
              <a:rPr lang="en-US" sz="1300" b="0" i="1" dirty="0" err="1">
                <a:solidFill>
                  <a:srgbClr val="5B6B7C"/>
                </a:solidFill>
                <a:latin typeface="Segoe UI"/>
              </a:rPr>
              <a:t>không</a:t>
            </a:r>
            <a:r>
              <a:rPr lang="en-US" sz="1300" b="0" i="1" dirty="0">
                <a:solidFill>
                  <a:srgbClr val="5B6B7C"/>
                </a:solidFill>
                <a:latin typeface="Segoe UI"/>
              </a:rPr>
              <a:t> </a:t>
            </a:r>
            <a:r>
              <a:rPr lang="en-US" sz="1300" b="0" i="1" dirty="0" err="1">
                <a:solidFill>
                  <a:srgbClr val="5B6B7C"/>
                </a:solidFill>
                <a:latin typeface="Segoe UI"/>
              </a:rPr>
              <a:t>chắc</a:t>
            </a:r>
            <a:r>
              <a:rPr lang="en-US" sz="1300" b="0" i="1" dirty="0">
                <a:solidFill>
                  <a:srgbClr val="5B6B7C"/>
                </a:solidFill>
                <a:latin typeface="Segoe UI"/>
              </a:rPr>
              <a:t> </a:t>
            </a:r>
            <a:r>
              <a:rPr lang="en-US" sz="1300" b="0" i="1" dirty="0" err="1">
                <a:solidFill>
                  <a:srgbClr val="5B6B7C"/>
                </a:solidFill>
                <a:latin typeface="Segoe UI"/>
              </a:rPr>
              <a:t>chắn</a:t>
            </a:r>
            <a:r>
              <a:rPr sz="1300" b="0" i="1" dirty="0">
                <a:solidFill>
                  <a:srgbClr val="5B6B7C"/>
                </a:solidFill>
                <a:latin typeface="Segoe UI"/>
              </a:rPr>
              <a:t>.</a:t>
            </a:r>
          </a:p>
        </p:txBody>
      </p:sp>
      <p:sp>
        <p:nvSpPr>
          <p:cNvPr id="20" name="TextBox 19"/>
          <p:cNvSpPr txBox="1"/>
          <p:nvPr/>
        </p:nvSpPr>
        <p:spPr>
          <a:xfrm>
            <a:off x="685800" y="6446520"/>
            <a:ext cx="1828800" cy="320040"/>
          </a:xfrm>
          <a:prstGeom prst="rect">
            <a:avLst/>
          </a:prstGeom>
          <a:noFill/>
        </p:spPr>
        <p:txBody>
          <a:bodyPr wrap="square" lIns="0" tIns="0" rIns="0" bIns="0" anchor="t">
            <a:spAutoFit/>
          </a:bodyPr>
          <a:lstStyle/>
          <a:p>
            <a:r>
              <a:rPr sz="1000" b="0" i="0" spc="60">
                <a:solidFill>
                  <a:srgbClr val="5B6B7C"/>
                </a:solidFill>
                <a:latin typeface="Consolas"/>
              </a:rPr>
              <a:t>03 / 08</a:t>
            </a:r>
          </a:p>
        </p:txBody>
      </p:sp>
      <p:cxnSp>
        <p:nvCxnSpPr>
          <p:cNvPr id="21" name="Connector 20"/>
          <p:cNvCxnSpPr/>
          <p:nvPr/>
        </p:nvCxnSpPr>
        <p:spPr>
          <a:xfrm>
            <a:off x="685800" y="6382512"/>
            <a:ext cx="10820095" cy="0"/>
          </a:xfrm>
          <a:prstGeom prst="line">
            <a:avLst/>
          </a:prstGeom>
          <a:ln w="9525">
            <a:solidFill>
              <a:srgbClr val="D6E0E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502920"/>
            <a:ext cx="9144000" cy="365760"/>
          </a:xfrm>
          <a:prstGeom prst="rect">
            <a:avLst/>
          </a:prstGeom>
          <a:noFill/>
        </p:spPr>
        <p:txBody>
          <a:bodyPr wrap="square" lIns="0" tIns="0" rIns="0" bIns="0" anchor="t">
            <a:spAutoFit/>
          </a:bodyPr>
          <a:lstStyle/>
          <a:p>
            <a:r>
              <a:rPr sz="1200" b="1" i="0" spc="120">
                <a:solidFill>
                  <a:srgbClr val="0E8F82"/>
                </a:solidFill>
                <a:latin typeface="Consolas"/>
              </a:rPr>
              <a:t>03 · ĐIỂM CHƯA TỐI ƯU</a:t>
            </a:r>
          </a:p>
        </p:txBody>
      </p:sp>
      <p:sp>
        <p:nvSpPr>
          <p:cNvPr id="4" name="TextBox 3"/>
          <p:cNvSpPr txBox="1"/>
          <p:nvPr/>
        </p:nvSpPr>
        <p:spPr>
          <a:xfrm>
            <a:off x="685800" y="868680"/>
            <a:ext cx="10607040" cy="1005840"/>
          </a:xfrm>
          <a:prstGeom prst="rect">
            <a:avLst/>
          </a:prstGeom>
          <a:noFill/>
        </p:spPr>
        <p:txBody>
          <a:bodyPr wrap="square" lIns="0" tIns="0" rIns="0" bIns="0" anchor="t">
            <a:spAutoFit/>
          </a:bodyPr>
          <a:lstStyle/>
          <a:p>
            <a:r>
              <a:rPr sz="2600" b="1" i="0" dirty="0" err="1">
                <a:solidFill>
                  <a:srgbClr val="16202B"/>
                </a:solidFill>
                <a:latin typeface="Segoe UI"/>
              </a:rPr>
              <a:t>Hỏi</a:t>
            </a:r>
            <a:r>
              <a:rPr sz="2600" b="1" i="0" dirty="0">
                <a:solidFill>
                  <a:srgbClr val="16202B"/>
                </a:solidFill>
                <a:latin typeface="Segoe UI"/>
              </a:rPr>
              <a:t> "</a:t>
            </a:r>
            <a:r>
              <a:rPr sz="2600" b="1" i="0" dirty="0" err="1">
                <a:solidFill>
                  <a:srgbClr val="16202B"/>
                </a:solidFill>
                <a:latin typeface="Segoe UI"/>
              </a:rPr>
              <a:t>kém</a:t>
            </a:r>
            <a:r>
              <a:rPr sz="2600" b="1" i="0" dirty="0">
                <a:solidFill>
                  <a:srgbClr val="16202B"/>
                </a:solidFill>
                <a:latin typeface="Segoe UI"/>
              </a:rPr>
              <a:t> </a:t>
            </a:r>
            <a:r>
              <a:rPr sz="2600" b="1" i="0" dirty="0" err="1">
                <a:solidFill>
                  <a:srgbClr val="16202B"/>
                </a:solidFill>
                <a:latin typeface="Segoe UI"/>
              </a:rPr>
              <a:t>tự</a:t>
            </a:r>
            <a:r>
              <a:rPr sz="2600" b="1" i="0" dirty="0">
                <a:solidFill>
                  <a:srgbClr val="16202B"/>
                </a:solidFill>
                <a:latin typeface="Segoe UI"/>
              </a:rPr>
              <a:t> tin </a:t>
            </a:r>
            <a:r>
              <a:rPr sz="2600" b="1" i="0" dirty="0" err="1">
                <a:solidFill>
                  <a:srgbClr val="16202B"/>
                </a:solidFill>
                <a:latin typeface="Segoe UI"/>
              </a:rPr>
              <a:t>nhất</a:t>
            </a:r>
            <a:r>
              <a:rPr sz="2600" b="1" i="0" dirty="0">
                <a:solidFill>
                  <a:srgbClr val="16202B"/>
                </a:solidFill>
                <a:latin typeface="Segoe UI"/>
              </a:rPr>
              <a:t>" </a:t>
            </a:r>
            <a:r>
              <a:rPr sz="2600" b="1" i="0" dirty="0" err="1">
                <a:solidFill>
                  <a:srgbClr val="16202B"/>
                </a:solidFill>
                <a:latin typeface="Segoe UI"/>
              </a:rPr>
              <a:t>chưa</a:t>
            </a:r>
            <a:r>
              <a:rPr sz="2600" b="1" i="0" dirty="0">
                <a:solidFill>
                  <a:srgbClr val="16202B"/>
                </a:solidFill>
                <a:latin typeface="Segoe UI"/>
              </a:rPr>
              <a:t> </a:t>
            </a:r>
            <a:r>
              <a:rPr sz="2600" b="1" i="0" dirty="0" err="1">
                <a:solidFill>
                  <a:srgbClr val="16202B"/>
                </a:solidFill>
                <a:latin typeface="Segoe UI"/>
              </a:rPr>
              <a:t>chắc</a:t>
            </a:r>
            <a:r>
              <a:rPr sz="2600" b="1" i="0" dirty="0">
                <a:solidFill>
                  <a:srgbClr val="16202B"/>
                </a:solidFill>
                <a:latin typeface="Segoe UI"/>
              </a:rPr>
              <a:t> </a:t>
            </a:r>
            <a:r>
              <a:rPr sz="2600" b="1" i="0" dirty="0" err="1">
                <a:solidFill>
                  <a:srgbClr val="16202B"/>
                </a:solidFill>
                <a:latin typeface="Segoe UI"/>
              </a:rPr>
              <a:t>đã</a:t>
            </a:r>
            <a:r>
              <a:rPr sz="2600" b="1" i="0" dirty="0">
                <a:solidFill>
                  <a:srgbClr val="16202B"/>
                </a:solidFill>
                <a:latin typeface="Segoe UI"/>
              </a:rPr>
              <a:t> </a:t>
            </a:r>
            <a:r>
              <a:rPr sz="2600" b="1" i="0" dirty="0" err="1">
                <a:solidFill>
                  <a:srgbClr val="16202B"/>
                </a:solidFill>
                <a:latin typeface="Segoe UI"/>
              </a:rPr>
              <a:t>hỏi</a:t>
            </a:r>
            <a:r>
              <a:rPr sz="2600" b="1" i="0" dirty="0">
                <a:solidFill>
                  <a:srgbClr val="16202B"/>
                </a:solidFill>
                <a:latin typeface="Segoe UI"/>
              </a:rPr>
              <a:t> "</a:t>
            </a:r>
            <a:r>
              <a:rPr sz="2600" b="1" i="0" dirty="0" err="1">
                <a:solidFill>
                  <a:srgbClr val="16202B"/>
                </a:solidFill>
                <a:latin typeface="Segoe UI"/>
              </a:rPr>
              <a:t>đáng</a:t>
            </a:r>
            <a:r>
              <a:rPr sz="2600" b="1" i="0" dirty="0">
                <a:solidFill>
                  <a:srgbClr val="16202B"/>
                </a:solidFill>
                <a:latin typeface="Segoe UI"/>
              </a:rPr>
              <a:t> </a:t>
            </a:r>
            <a:r>
              <a:rPr sz="2600" b="1" i="0" dirty="0" err="1">
                <a:solidFill>
                  <a:srgbClr val="16202B"/>
                </a:solidFill>
                <a:latin typeface="Segoe UI"/>
              </a:rPr>
              <a:t>giá</a:t>
            </a:r>
            <a:r>
              <a:rPr sz="2600" b="1" i="0" dirty="0">
                <a:solidFill>
                  <a:srgbClr val="16202B"/>
                </a:solidFill>
                <a:latin typeface="Segoe UI"/>
              </a:rPr>
              <a:t> </a:t>
            </a:r>
            <a:r>
              <a:rPr sz="2600" b="1" i="0" dirty="0" err="1">
                <a:solidFill>
                  <a:srgbClr val="16202B"/>
                </a:solidFill>
                <a:latin typeface="Segoe UI"/>
              </a:rPr>
              <a:t>nhất</a:t>
            </a:r>
            <a:r>
              <a:rPr sz="2600" b="1" i="0" dirty="0">
                <a:solidFill>
                  <a:srgbClr val="16202B"/>
                </a:solidFill>
                <a:latin typeface="Segoe UI"/>
              </a:rPr>
              <a:t>"</a:t>
            </a:r>
          </a:p>
        </p:txBody>
      </p:sp>
      <p:sp>
        <p:nvSpPr>
          <p:cNvPr id="5" name="Rounded Rectangle 4"/>
          <p:cNvSpPr/>
          <p:nvPr/>
        </p:nvSpPr>
        <p:spPr>
          <a:xfrm>
            <a:off x="685800" y="2148840"/>
            <a:ext cx="4846320" cy="1965960"/>
          </a:xfrm>
          <a:prstGeom prst="roundRect">
            <a:avLst>
              <a:gd name="adj" fmla="val 10000"/>
            </a:avLst>
          </a:prstGeom>
          <a:solidFill>
            <a:srgbClr val="FFFFFF"/>
          </a:solidFill>
          <a:ln w="12700">
            <a:solidFill>
              <a:srgbClr val="D6E0E8"/>
            </a:solidFill>
          </a:ln>
          <a:effectLst/>
        </p:spPr>
        <p:style>
          <a:lnRef idx="1">
            <a:schemeClr val="accent1"/>
          </a:lnRef>
          <a:fillRef idx="3">
            <a:schemeClr val="accent1"/>
          </a:fillRef>
          <a:effectRef idx="2">
            <a:schemeClr val="accent1"/>
          </a:effectRef>
          <a:fontRef idx="minor">
            <a:schemeClr val="lt1"/>
          </a:fontRef>
        </p:style>
        <p:txBody>
          <a:bodyPr wrap="square" lIns="274320" tIns="228600" rIns="274320" rtlCol="0" anchor="ctr"/>
          <a:lstStyle/>
          <a:p>
            <a:pPr algn="ctr"/>
            <a:r>
              <a:rPr sz="1300" b="1" i="0" dirty="0" err="1">
                <a:solidFill>
                  <a:srgbClr val="16202B"/>
                </a:solidFill>
                <a:latin typeface="Segoe UI"/>
              </a:rPr>
              <a:t>Ảnh</a:t>
            </a:r>
            <a:r>
              <a:rPr sz="1300" b="1" i="0" dirty="0">
                <a:solidFill>
                  <a:srgbClr val="16202B"/>
                </a:solidFill>
                <a:latin typeface="Segoe UI"/>
              </a:rPr>
              <a:t> A</a:t>
            </a:r>
          </a:p>
          <a:p>
            <a:pPr>
              <a:spcBef>
                <a:spcPts val="400"/>
              </a:spcBef>
            </a:pPr>
            <a:r>
              <a:rPr sz="2200" b="1" i="0" dirty="0" err="1">
                <a:solidFill>
                  <a:srgbClr val="8F9CA8"/>
                </a:solidFill>
                <a:latin typeface="Consolas"/>
              </a:rPr>
              <a:t>Mức</a:t>
            </a:r>
            <a:r>
              <a:rPr sz="2200" b="1" i="0" dirty="0">
                <a:solidFill>
                  <a:srgbClr val="8F9CA8"/>
                </a:solidFill>
                <a:latin typeface="Consolas"/>
              </a:rPr>
              <a:t> </a:t>
            </a:r>
            <a:r>
              <a:rPr sz="2200" b="1" i="0" dirty="0" err="1">
                <a:solidFill>
                  <a:srgbClr val="8F9CA8"/>
                </a:solidFill>
                <a:latin typeface="Consolas"/>
              </a:rPr>
              <a:t>tự</a:t>
            </a:r>
            <a:r>
              <a:rPr sz="2200" b="1" i="0" dirty="0">
                <a:solidFill>
                  <a:srgbClr val="8F9CA8"/>
                </a:solidFill>
                <a:latin typeface="Consolas"/>
              </a:rPr>
              <a:t> tin: 31%</a:t>
            </a:r>
          </a:p>
          <a:p>
            <a:pPr>
              <a:spcBef>
                <a:spcPts val="1000"/>
              </a:spcBef>
            </a:pPr>
            <a:r>
              <a:rPr sz="1300" b="1" i="0" dirty="0" err="1">
                <a:solidFill>
                  <a:srgbClr val="16202B"/>
                </a:solidFill>
                <a:latin typeface="Segoe UI"/>
              </a:rPr>
              <a:t>Ảnh</a:t>
            </a:r>
            <a:r>
              <a:rPr sz="1300" b="1" i="0" dirty="0">
                <a:solidFill>
                  <a:srgbClr val="16202B"/>
                </a:solidFill>
                <a:latin typeface="Segoe UI"/>
              </a:rPr>
              <a:t> </a:t>
            </a:r>
            <a:r>
              <a:rPr sz="1300" b="1" i="0" dirty="0" err="1">
                <a:solidFill>
                  <a:srgbClr val="16202B"/>
                </a:solidFill>
                <a:latin typeface="Segoe UI"/>
              </a:rPr>
              <a:t>này</a:t>
            </a:r>
            <a:r>
              <a:rPr sz="1300" b="1" i="0" dirty="0">
                <a:solidFill>
                  <a:srgbClr val="16202B"/>
                </a:solidFill>
                <a:latin typeface="Segoe UI"/>
              </a:rPr>
              <a:t> </a:t>
            </a:r>
            <a:r>
              <a:rPr sz="1300" b="1" i="0" dirty="0" err="1">
                <a:solidFill>
                  <a:srgbClr val="16202B"/>
                </a:solidFill>
                <a:latin typeface="Segoe UI"/>
              </a:rPr>
              <a:t>gần</a:t>
            </a:r>
            <a:r>
              <a:rPr sz="1300" b="1" i="0" dirty="0">
                <a:solidFill>
                  <a:srgbClr val="16202B"/>
                </a:solidFill>
                <a:latin typeface="Segoe UI"/>
              </a:rPr>
              <a:t> </a:t>
            </a:r>
            <a:r>
              <a:rPr sz="1300" b="1" i="0" dirty="0" err="1">
                <a:solidFill>
                  <a:srgbClr val="16202B"/>
                </a:solidFill>
                <a:latin typeface="Segoe UI"/>
              </a:rPr>
              <a:t>như</a:t>
            </a:r>
            <a:r>
              <a:rPr sz="1300" b="1" i="0" dirty="0">
                <a:solidFill>
                  <a:srgbClr val="16202B"/>
                </a:solidFill>
                <a:latin typeface="Segoe UI"/>
              </a:rPr>
              <a:t> LUÔN </a:t>
            </a:r>
            <a:r>
              <a:rPr sz="1300" b="1" i="0" dirty="0" err="1">
                <a:solidFill>
                  <a:srgbClr val="16202B"/>
                </a:solidFill>
                <a:latin typeface="Segoe UI"/>
              </a:rPr>
              <a:t>LUÔN</a:t>
            </a:r>
            <a:r>
              <a:rPr sz="1300" b="1" i="0" dirty="0">
                <a:solidFill>
                  <a:srgbClr val="16202B"/>
                </a:solidFill>
                <a:latin typeface="Segoe UI"/>
              </a:rPr>
              <a:t> </a:t>
            </a:r>
            <a:r>
              <a:rPr sz="1300" b="1" i="0" dirty="0" err="1">
                <a:solidFill>
                  <a:srgbClr val="16202B"/>
                </a:solidFill>
                <a:latin typeface="Segoe UI"/>
              </a:rPr>
              <a:t>sai</a:t>
            </a:r>
            <a:r>
              <a:rPr sz="1300" b="1" i="0" dirty="0">
                <a:solidFill>
                  <a:srgbClr val="16202B"/>
                </a:solidFill>
                <a:latin typeface="Segoe UI"/>
              </a:rPr>
              <a:t> </a:t>
            </a:r>
            <a:r>
              <a:rPr sz="1300" b="1" i="0" dirty="0" err="1">
                <a:solidFill>
                  <a:srgbClr val="16202B"/>
                </a:solidFill>
                <a:latin typeface="Segoe UI"/>
              </a:rPr>
              <a:t>trong</a:t>
            </a:r>
            <a:r>
              <a:rPr sz="1300" b="1" i="0" dirty="0">
                <a:solidFill>
                  <a:srgbClr val="16202B"/>
                </a:solidFill>
                <a:latin typeface="Segoe UI"/>
              </a:rPr>
              <a:t> </a:t>
            </a:r>
            <a:r>
              <a:rPr sz="1300" b="1" i="0" dirty="0" err="1">
                <a:solidFill>
                  <a:srgbClr val="16202B"/>
                </a:solidFill>
                <a:latin typeface="Segoe UI"/>
              </a:rPr>
              <a:t>quá</a:t>
            </a:r>
            <a:r>
              <a:rPr sz="1300" b="1" i="0" dirty="0">
                <a:solidFill>
                  <a:srgbClr val="16202B"/>
                </a:solidFill>
                <a:latin typeface="Segoe UI"/>
              </a:rPr>
              <a:t> </a:t>
            </a:r>
            <a:r>
              <a:rPr sz="1300" b="1" i="0" dirty="0" err="1">
                <a:solidFill>
                  <a:srgbClr val="16202B"/>
                </a:solidFill>
                <a:latin typeface="Segoe UI"/>
              </a:rPr>
              <a:t>khứ</a:t>
            </a:r>
            <a:r>
              <a:rPr sz="1300" b="1" i="0" dirty="0">
                <a:solidFill>
                  <a:srgbClr val="16202B"/>
                </a:solidFill>
                <a:latin typeface="Segoe UI"/>
              </a:rPr>
              <a:t>.</a:t>
            </a:r>
            <a:endParaRPr lang="en-US" sz="1300" b="1" i="0" dirty="0">
              <a:solidFill>
                <a:srgbClr val="16202B"/>
              </a:solidFill>
              <a:latin typeface="Segoe UI"/>
            </a:endParaRPr>
          </a:p>
          <a:p>
            <a:pPr>
              <a:spcBef>
                <a:spcPts val="400"/>
              </a:spcBef>
            </a:pPr>
            <a:r>
              <a:rPr lang="vi-VN" sz="1200" b="0" i="0" dirty="0">
                <a:solidFill>
                  <a:srgbClr val="5B6B7C"/>
                </a:solidFill>
                <a:latin typeface="Segoe UI"/>
              </a:rPr>
              <a:t>→ Hỏi cũng gần như biết trước câu trả lời — tốn 1 </a:t>
            </a:r>
            <a:r>
              <a:rPr lang="en-US" sz="1200" b="0" i="0" dirty="0" err="1">
                <a:solidFill>
                  <a:srgbClr val="5B6B7C"/>
                </a:solidFill>
                <a:latin typeface="Segoe UI"/>
              </a:rPr>
              <a:t>lần</a:t>
            </a:r>
            <a:r>
              <a:rPr lang="en-US" sz="1200" b="0" i="0" dirty="0">
                <a:solidFill>
                  <a:srgbClr val="5B6B7C"/>
                </a:solidFill>
                <a:latin typeface="Segoe UI"/>
              </a:rPr>
              <a:t> </a:t>
            </a:r>
            <a:r>
              <a:rPr lang="en-US" sz="1200" b="0" i="0" dirty="0" err="1">
                <a:solidFill>
                  <a:srgbClr val="5B6B7C"/>
                </a:solidFill>
                <a:latin typeface="Segoe UI"/>
              </a:rPr>
              <a:t>phản</a:t>
            </a:r>
            <a:r>
              <a:rPr lang="en-US" sz="1200" b="0" i="0" dirty="0">
                <a:solidFill>
                  <a:srgbClr val="5B6B7C"/>
                </a:solidFill>
                <a:latin typeface="Segoe UI"/>
              </a:rPr>
              <a:t> </a:t>
            </a:r>
            <a:r>
              <a:rPr lang="en-US" sz="1200" b="0" i="0" dirty="0" err="1">
                <a:solidFill>
                  <a:srgbClr val="5B6B7C"/>
                </a:solidFill>
                <a:latin typeface="Segoe UI"/>
              </a:rPr>
              <a:t>hồi</a:t>
            </a:r>
            <a:r>
              <a:rPr lang="vi-VN" sz="1200" b="0" i="0" dirty="0">
                <a:solidFill>
                  <a:srgbClr val="5B6B7C"/>
                </a:solidFill>
                <a:latin typeface="Segoe UI"/>
              </a:rPr>
              <a:t>.</a:t>
            </a:r>
          </a:p>
        </p:txBody>
      </p:sp>
      <p:sp>
        <p:nvSpPr>
          <p:cNvPr id="6" name="Rounded Rectangle 5"/>
          <p:cNvSpPr/>
          <p:nvPr/>
        </p:nvSpPr>
        <p:spPr>
          <a:xfrm>
            <a:off x="5989320" y="2148840"/>
            <a:ext cx="4846320" cy="1965960"/>
          </a:xfrm>
          <a:prstGeom prst="roundRect">
            <a:avLst>
              <a:gd name="adj" fmla="val 10000"/>
            </a:avLst>
          </a:prstGeom>
          <a:solidFill>
            <a:srgbClr val="FBEBD2"/>
          </a:solidFill>
          <a:ln w="25400">
            <a:solidFill>
              <a:srgbClr val="A5680B"/>
            </a:solidFill>
          </a:ln>
          <a:effectLst/>
        </p:spPr>
        <p:style>
          <a:lnRef idx="1">
            <a:schemeClr val="accent1"/>
          </a:lnRef>
          <a:fillRef idx="3">
            <a:schemeClr val="accent1"/>
          </a:fillRef>
          <a:effectRef idx="2">
            <a:schemeClr val="accent1"/>
          </a:effectRef>
          <a:fontRef idx="minor">
            <a:schemeClr val="lt1"/>
          </a:fontRef>
        </p:style>
        <p:txBody>
          <a:bodyPr wrap="square" lIns="274320" tIns="228600" rIns="274320" rtlCol="0" anchor="ctr"/>
          <a:lstStyle/>
          <a:p>
            <a:pPr algn="ctr"/>
            <a:r>
              <a:rPr sz="1300" b="1" i="0" dirty="0" err="1">
                <a:solidFill>
                  <a:srgbClr val="A5680B"/>
                </a:solidFill>
                <a:latin typeface="Segoe UI"/>
              </a:rPr>
              <a:t>Ảnh</a:t>
            </a:r>
            <a:r>
              <a:rPr sz="1300" b="1" i="0" dirty="0">
                <a:solidFill>
                  <a:srgbClr val="A5680B"/>
                </a:solidFill>
                <a:latin typeface="Segoe UI"/>
              </a:rPr>
              <a:t> B</a:t>
            </a:r>
          </a:p>
          <a:p>
            <a:pPr>
              <a:spcBef>
                <a:spcPts val="400"/>
              </a:spcBef>
            </a:pPr>
            <a:r>
              <a:rPr sz="2200" b="1" i="0" dirty="0" err="1">
                <a:solidFill>
                  <a:srgbClr val="A5680B"/>
                </a:solidFill>
                <a:latin typeface="Consolas"/>
              </a:rPr>
              <a:t>Mức</a:t>
            </a:r>
            <a:r>
              <a:rPr sz="2200" b="1" i="0" dirty="0">
                <a:solidFill>
                  <a:srgbClr val="A5680B"/>
                </a:solidFill>
                <a:latin typeface="Consolas"/>
              </a:rPr>
              <a:t> </a:t>
            </a:r>
            <a:r>
              <a:rPr sz="2200" b="1" i="0" dirty="0" err="1">
                <a:solidFill>
                  <a:srgbClr val="A5680B"/>
                </a:solidFill>
                <a:latin typeface="Consolas"/>
              </a:rPr>
              <a:t>tự</a:t>
            </a:r>
            <a:r>
              <a:rPr sz="2200" b="1" i="0" dirty="0">
                <a:solidFill>
                  <a:srgbClr val="A5680B"/>
                </a:solidFill>
                <a:latin typeface="Consolas"/>
              </a:rPr>
              <a:t> tin: 31%</a:t>
            </a:r>
          </a:p>
          <a:p>
            <a:pPr>
              <a:spcBef>
                <a:spcPts val="1000"/>
              </a:spcBef>
            </a:pPr>
            <a:r>
              <a:rPr sz="1300" b="1" i="0" dirty="0" err="1">
                <a:solidFill>
                  <a:srgbClr val="16202B"/>
                </a:solidFill>
                <a:latin typeface="Segoe UI"/>
              </a:rPr>
              <a:t>Ảnh</a:t>
            </a:r>
            <a:r>
              <a:rPr sz="1300" b="1" i="0" dirty="0">
                <a:solidFill>
                  <a:srgbClr val="16202B"/>
                </a:solidFill>
                <a:latin typeface="Segoe UI"/>
              </a:rPr>
              <a:t> </a:t>
            </a:r>
            <a:r>
              <a:rPr sz="1300" b="1" i="0" dirty="0" err="1">
                <a:solidFill>
                  <a:srgbClr val="16202B"/>
                </a:solidFill>
                <a:latin typeface="Segoe UI"/>
              </a:rPr>
              <a:t>này</a:t>
            </a:r>
            <a:r>
              <a:rPr sz="1300" b="1" i="0" dirty="0">
                <a:solidFill>
                  <a:srgbClr val="16202B"/>
                </a:solidFill>
                <a:latin typeface="Segoe UI"/>
              </a:rPr>
              <a:t> </a:t>
            </a:r>
            <a:r>
              <a:rPr sz="1300" b="1" i="0" dirty="0" err="1">
                <a:solidFill>
                  <a:srgbClr val="16202B"/>
                </a:solidFill>
                <a:latin typeface="Segoe UI"/>
              </a:rPr>
              <a:t>trong</a:t>
            </a:r>
            <a:r>
              <a:rPr sz="1300" b="1" i="0" dirty="0">
                <a:solidFill>
                  <a:srgbClr val="16202B"/>
                </a:solidFill>
                <a:latin typeface="Segoe UI"/>
              </a:rPr>
              <a:t> </a:t>
            </a:r>
            <a:r>
              <a:rPr sz="1300" b="1" i="0" dirty="0" err="1">
                <a:solidFill>
                  <a:srgbClr val="16202B"/>
                </a:solidFill>
                <a:latin typeface="Segoe UI"/>
              </a:rPr>
              <a:t>quá</a:t>
            </a:r>
            <a:r>
              <a:rPr sz="1300" b="1" i="0" dirty="0">
                <a:solidFill>
                  <a:srgbClr val="16202B"/>
                </a:solidFill>
                <a:latin typeface="Segoe UI"/>
              </a:rPr>
              <a:t> </a:t>
            </a:r>
            <a:r>
              <a:rPr sz="1300" b="1" i="0" dirty="0" err="1">
                <a:solidFill>
                  <a:srgbClr val="16202B"/>
                </a:solidFill>
                <a:latin typeface="Segoe UI"/>
              </a:rPr>
              <a:t>khứ</a:t>
            </a:r>
            <a:r>
              <a:rPr sz="1300" b="1" i="0" dirty="0">
                <a:solidFill>
                  <a:srgbClr val="16202B"/>
                </a:solidFill>
                <a:latin typeface="Segoe UI"/>
              </a:rPr>
              <a:t> ĐÚNG/SAI 50-50</a:t>
            </a:r>
            <a:r>
              <a:rPr lang="en-US" sz="1300" b="1" dirty="0">
                <a:solidFill>
                  <a:srgbClr val="16202B"/>
                </a:solidFill>
                <a:latin typeface="Segoe UI"/>
              </a:rPr>
              <a:t>.</a:t>
            </a:r>
            <a:endParaRPr sz="1300" b="1" i="0" dirty="0">
              <a:solidFill>
                <a:srgbClr val="16202B"/>
              </a:solidFill>
              <a:latin typeface="Segoe UI"/>
            </a:endParaRPr>
          </a:p>
          <a:p>
            <a:pPr>
              <a:spcBef>
                <a:spcPts val="400"/>
              </a:spcBef>
            </a:pPr>
            <a:r>
              <a:rPr sz="1200" b="0" i="0" dirty="0">
                <a:solidFill>
                  <a:srgbClr val="5B6B7C"/>
                </a:solidFill>
                <a:latin typeface="Segoe UI"/>
              </a:rPr>
              <a:t>→ </a:t>
            </a:r>
            <a:r>
              <a:rPr lang="en-US" sz="1200" b="0" i="0" dirty="0" err="1">
                <a:solidFill>
                  <a:srgbClr val="5B6B7C"/>
                </a:solidFill>
                <a:latin typeface="Segoe UI"/>
              </a:rPr>
              <a:t>Là</a:t>
            </a:r>
            <a:r>
              <a:rPr lang="en-US" sz="1200" b="0" i="0" dirty="0">
                <a:solidFill>
                  <a:srgbClr val="5B6B7C"/>
                </a:solidFill>
                <a:latin typeface="Segoe UI"/>
              </a:rPr>
              <a:t> </a:t>
            </a:r>
            <a:r>
              <a:rPr lang="en-US" sz="1200" b="0" i="0" dirty="0" err="1">
                <a:solidFill>
                  <a:srgbClr val="5B6B7C"/>
                </a:solidFill>
                <a:latin typeface="Segoe UI"/>
              </a:rPr>
              <a:t>mẫu</a:t>
            </a:r>
            <a:r>
              <a:rPr lang="en-US" sz="1200" b="0" i="0" dirty="0">
                <a:solidFill>
                  <a:srgbClr val="5B6B7C"/>
                </a:solidFill>
                <a:latin typeface="Segoe UI"/>
              </a:rPr>
              <a:t> </a:t>
            </a:r>
            <a:r>
              <a:rPr sz="1200" b="0" i="0" dirty="0" err="1">
                <a:solidFill>
                  <a:srgbClr val="5B6B7C"/>
                </a:solidFill>
                <a:latin typeface="Segoe UI"/>
              </a:rPr>
              <a:t>đáng</a:t>
            </a:r>
            <a:r>
              <a:rPr sz="1200" b="0" i="0" dirty="0">
                <a:solidFill>
                  <a:srgbClr val="5B6B7C"/>
                </a:solidFill>
                <a:latin typeface="Segoe UI"/>
              </a:rPr>
              <a:t> </a:t>
            </a:r>
            <a:r>
              <a:rPr sz="1200" b="0" i="0" dirty="0" err="1">
                <a:solidFill>
                  <a:srgbClr val="5B6B7C"/>
                </a:solidFill>
                <a:latin typeface="Segoe UI"/>
              </a:rPr>
              <a:t>hỏi</a:t>
            </a:r>
            <a:r>
              <a:rPr lang="en-US" sz="1200" b="0" i="0" dirty="0">
                <a:solidFill>
                  <a:srgbClr val="5B6B7C"/>
                </a:solidFill>
                <a:latin typeface="Segoe UI"/>
              </a:rPr>
              <a:t>.</a:t>
            </a:r>
            <a:endParaRPr sz="1200" b="0" i="0" dirty="0">
              <a:solidFill>
                <a:srgbClr val="5B6B7C"/>
              </a:solidFill>
              <a:latin typeface="Segoe UI"/>
            </a:endParaRPr>
          </a:p>
        </p:txBody>
      </p:sp>
      <p:sp>
        <p:nvSpPr>
          <p:cNvPr id="7" name="TextBox 6"/>
          <p:cNvSpPr txBox="1"/>
          <p:nvPr/>
        </p:nvSpPr>
        <p:spPr>
          <a:xfrm>
            <a:off x="685800" y="4434840"/>
            <a:ext cx="10515600" cy="430887"/>
          </a:xfrm>
          <a:prstGeom prst="rect">
            <a:avLst/>
          </a:prstGeom>
          <a:noFill/>
        </p:spPr>
        <p:txBody>
          <a:bodyPr wrap="square" lIns="0" tIns="0" rIns="0" bIns="0" anchor="t">
            <a:spAutoFit/>
          </a:bodyPr>
          <a:lstStyle/>
          <a:p>
            <a:r>
              <a:rPr sz="1400" b="1" i="0" dirty="0" err="1">
                <a:solidFill>
                  <a:srgbClr val="16202B"/>
                </a:solidFill>
                <a:latin typeface="Segoe UI"/>
              </a:rPr>
              <a:t>Cách</a:t>
            </a:r>
            <a:r>
              <a:rPr sz="1400" b="1" i="0" dirty="0">
                <a:solidFill>
                  <a:srgbClr val="16202B"/>
                </a:solidFill>
                <a:latin typeface="Segoe UI"/>
              </a:rPr>
              <a:t> </a:t>
            </a:r>
            <a:r>
              <a:rPr sz="1400" b="1" i="0" dirty="0" err="1">
                <a:solidFill>
                  <a:srgbClr val="16202B"/>
                </a:solidFill>
                <a:latin typeface="Segoe UI"/>
              </a:rPr>
              <a:t>chọn</a:t>
            </a:r>
            <a:r>
              <a:rPr sz="1400" b="1" i="0" dirty="0">
                <a:solidFill>
                  <a:srgbClr val="16202B"/>
                </a:solidFill>
                <a:latin typeface="Segoe UI"/>
              </a:rPr>
              <a:t> </a:t>
            </a:r>
            <a:r>
              <a:rPr lang="en-US" sz="1400" b="1" i="0" dirty="0" err="1">
                <a:solidFill>
                  <a:srgbClr val="16202B"/>
                </a:solidFill>
                <a:latin typeface="Segoe UI"/>
              </a:rPr>
              <a:t>mẫu</a:t>
            </a:r>
            <a:r>
              <a:rPr lang="en-US" sz="1400" b="1" i="0" dirty="0">
                <a:solidFill>
                  <a:srgbClr val="16202B"/>
                </a:solidFill>
                <a:latin typeface="Segoe UI"/>
              </a:rPr>
              <a:t> </a:t>
            </a:r>
            <a:r>
              <a:rPr sz="1400" b="1" i="0" dirty="0" err="1">
                <a:solidFill>
                  <a:srgbClr val="16202B"/>
                </a:solidFill>
                <a:latin typeface="Segoe UI"/>
              </a:rPr>
              <a:t>cũ</a:t>
            </a:r>
            <a:r>
              <a:rPr sz="1400" b="1" i="0" dirty="0">
                <a:solidFill>
                  <a:srgbClr val="16202B"/>
                </a:solidFill>
                <a:latin typeface="Segoe UI"/>
              </a:rPr>
              <a:t> </a:t>
            </a:r>
            <a:r>
              <a:rPr sz="1400" b="1" i="0" dirty="0" err="1">
                <a:solidFill>
                  <a:srgbClr val="16202B"/>
                </a:solidFill>
                <a:latin typeface="Segoe UI"/>
              </a:rPr>
              <a:t>chỉ</a:t>
            </a:r>
            <a:r>
              <a:rPr sz="1400" b="1" i="0" dirty="0">
                <a:solidFill>
                  <a:srgbClr val="16202B"/>
                </a:solidFill>
                <a:latin typeface="Segoe UI"/>
              </a:rPr>
              <a:t> </a:t>
            </a:r>
            <a:r>
              <a:rPr sz="1400" b="1" i="0" dirty="0" err="1">
                <a:solidFill>
                  <a:srgbClr val="16202B"/>
                </a:solidFill>
                <a:latin typeface="Segoe UI"/>
              </a:rPr>
              <a:t>nhìn</a:t>
            </a:r>
            <a:r>
              <a:rPr sz="1400" b="1" i="0" dirty="0">
                <a:solidFill>
                  <a:srgbClr val="16202B"/>
                </a:solidFill>
                <a:latin typeface="Segoe UI"/>
              </a:rPr>
              <a:t> con </a:t>
            </a:r>
            <a:r>
              <a:rPr sz="1400" b="1" i="0" dirty="0" err="1">
                <a:solidFill>
                  <a:srgbClr val="16202B"/>
                </a:solidFill>
                <a:latin typeface="Segoe UI"/>
              </a:rPr>
              <a:t>số</a:t>
            </a:r>
            <a:r>
              <a:rPr sz="1400" b="1" i="0" dirty="0">
                <a:solidFill>
                  <a:srgbClr val="16202B"/>
                </a:solidFill>
                <a:latin typeface="Segoe UI"/>
              </a:rPr>
              <a:t> "31%" — </a:t>
            </a:r>
            <a:r>
              <a:rPr sz="1400" b="1" i="0" dirty="0" err="1">
                <a:solidFill>
                  <a:srgbClr val="16202B"/>
                </a:solidFill>
                <a:latin typeface="Segoe UI"/>
              </a:rPr>
              <a:t>không</a:t>
            </a:r>
            <a:r>
              <a:rPr sz="1400" b="1" i="0" dirty="0">
                <a:solidFill>
                  <a:srgbClr val="16202B"/>
                </a:solidFill>
                <a:latin typeface="Segoe UI"/>
              </a:rPr>
              <a:t> </a:t>
            </a:r>
            <a:r>
              <a:rPr sz="1400" b="1" i="0" dirty="0" err="1">
                <a:solidFill>
                  <a:srgbClr val="16202B"/>
                </a:solidFill>
                <a:latin typeface="Segoe UI"/>
              </a:rPr>
              <a:t>phân</a:t>
            </a:r>
            <a:r>
              <a:rPr sz="1400" b="1" i="0" dirty="0">
                <a:solidFill>
                  <a:srgbClr val="16202B"/>
                </a:solidFill>
                <a:latin typeface="Segoe UI"/>
              </a:rPr>
              <a:t> </a:t>
            </a:r>
            <a:r>
              <a:rPr sz="1400" b="1" i="0" dirty="0" err="1">
                <a:solidFill>
                  <a:srgbClr val="16202B"/>
                </a:solidFill>
                <a:latin typeface="Segoe UI"/>
              </a:rPr>
              <a:t>biệt</a:t>
            </a:r>
            <a:r>
              <a:rPr sz="1400" b="1" i="0" dirty="0">
                <a:solidFill>
                  <a:srgbClr val="16202B"/>
                </a:solidFill>
                <a:latin typeface="Segoe UI"/>
              </a:rPr>
              <a:t> </a:t>
            </a:r>
            <a:r>
              <a:rPr sz="1400" b="1" i="0" dirty="0" err="1">
                <a:solidFill>
                  <a:srgbClr val="16202B"/>
                </a:solidFill>
                <a:latin typeface="Segoe UI"/>
              </a:rPr>
              <a:t>được</a:t>
            </a:r>
            <a:r>
              <a:rPr sz="1400" b="1" i="0" dirty="0">
                <a:solidFill>
                  <a:srgbClr val="16202B"/>
                </a:solidFill>
                <a:latin typeface="Segoe UI"/>
              </a:rPr>
              <a:t> A </a:t>
            </a:r>
            <a:r>
              <a:rPr sz="1400" b="1" i="0" dirty="0" err="1">
                <a:solidFill>
                  <a:srgbClr val="16202B"/>
                </a:solidFill>
                <a:latin typeface="Segoe UI"/>
              </a:rPr>
              <a:t>và</a:t>
            </a:r>
            <a:r>
              <a:rPr sz="1400" b="1" i="0" dirty="0">
                <a:solidFill>
                  <a:srgbClr val="16202B"/>
                </a:solidFill>
                <a:latin typeface="Segoe UI"/>
              </a:rPr>
              <a:t> B, </a:t>
            </a:r>
            <a:r>
              <a:rPr sz="1400" b="1" i="0" dirty="0" err="1">
                <a:solidFill>
                  <a:srgbClr val="16202B"/>
                </a:solidFill>
                <a:latin typeface="Segoe UI"/>
              </a:rPr>
              <a:t>vì</a:t>
            </a:r>
            <a:r>
              <a:rPr sz="1400" b="1" i="0" dirty="0">
                <a:solidFill>
                  <a:srgbClr val="16202B"/>
                </a:solidFill>
                <a:latin typeface="Segoe UI"/>
              </a:rPr>
              <a:t> </a:t>
            </a:r>
            <a:r>
              <a:rPr sz="1400" b="1" i="0" dirty="0" err="1">
                <a:solidFill>
                  <a:srgbClr val="16202B"/>
                </a:solidFill>
                <a:latin typeface="Segoe UI"/>
              </a:rPr>
              <a:t>nó</a:t>
            </a:r>
            <a:r>
              <a:rPr sz="1400" b="1" i="0" dirty="0">
                <a:solidFill>
                  <a:srgbClr val="16202B"/>
                </a:solidFill>
                <a:latin typeface="Segoe UI"/>
              </a:rPr>
              <a:t> </a:t>
            </a:r>
            <a:r>
              <a:rPr sz="1400" b="1" i="0" dirty="0" err="1">
                <a:solidFill>
                  <a:srgbClr val="16202B"/>
                </a:solidFill>
                <a:latin typeface="Segoe UI"/>
              </a:rPr>
              <a:t>chưa</a:t>
            </a:r>
            <a:r>
              <a:rPr sz="1400" b="1" i="0" dirty="0">
                <a:solidFill>
                  <a:srgbClr val="16202B"/>
                </a:solidFill>
                <a:latin typeface="Segoe UI"/>
              </a:rPr>
              <a:t> </a:t>
            </a:r>
            <a:r>
              <a:rPr sz="1400" b="1" i="0" dirty="0" err="1">
                <a:solidFill>
                  <a:srgbClr val="16202B"/>
                </a:solidFill>
                <a:latin typeface="Segoe UI"/>
              </a:rPr>
              <a:t>từng</a:t>
            </a:r>
            <a:r>
              <a:rPr sz="1400" b="1" i="0" dirty="0">
                <a:solidFill>
                  <a:srgbClr val="16202B"/>
                </a:solidFill>
                <a:latin typeface="Segoe UI"/>
              </a:rPr>
              <a:t> </a:t>
            </a:r>
            <a:r>
              <a:rPr sz="1400" b="1" i="0" dirty="0" err="1">
                <a:solidFill>
                  <a:srgbClr val="16202B"/>
                </a:solidFill>
                <a:latin typeface="Segoe UI"/>
              </a:rPr>
              <a:t>đối</a:t>
            </a:r>
            <a:r>
              <a:rPr sz="1400" b="1" i="0" dirty="0">
                <a:solidFill>
                  <a:srgbClr val="16202B"/>
                </a:solidFill>
                <a:latin typeface="Segoe UI"/>
              </a:rPr>
              <a:t> </a:t>
            </a:r>
            <a:r>
              <a:rPr sz="1400" b="1" i="0" dirty="0" err="1">
                <a:solidFill>
                  <a:srgbClr val="16202B"/>
                </a:solidFill>
                <a:latin typeface="Segoe UI"/>
              </a:rPr>
              <a:t>chiếu</a:t>
            </a:r>
            <a:r>
              <a:rPr sz="1400" b="1" i="0" dirty="0">
                <a:solidFill>
                  <a:srgbClr val="16202B"/>
                </a:solidFill>
                <a:latin typeface="Segoe UI"/>
              </a:rPr>
              <a:t> con </a:t>
            </a:r>
            <a:r>
              <a:rPr sz="1400" b="1" i="0" dirty="0" err="1">
                <a:solidFill>
                  <a:srgbClr val="16202B"/>
                </a:solidFill>
                <a:latin typeface="Segoe UI"/>
              </a:rPr>
              <a:t>số</a:t>
            </a:r>
            <a:r>
              <a:rPr sz="1400" b="1" i="0" dirty="0">
                <a:solidFill>
                  <a:srgbClr val="16202B"/>
                </a:solidFill>
                <a:latin typeface="Segoe UI"/>
              </a:rPr>
              <a:t> </a:t>
            </a:r>
            <a:r>
              <a:rPr sz="1400" b="1" i="0" dirty="0" err="1">
                <a:solidFill>
                  <a:srgbClr val="16202B"/>
                </a:solidFill>
                <a:latin typeface="Segoe UI"/>
              </a:rPr>
              <a:t>đó</a:t>
            </a:r>
            <a:r>
              <a:rPr sz="1400" b="1" i="0" dirty="0">
                <a:solidFill>
                  <a:srgbClr val="16202B"/>
                </a:solidFill>
                <a:latin typeface="Segoe UI"/>
              </a:rPr>
              <a:t> </a:t>
            </a:r>
            <a:r>
              <a:rPr sz="1400" b="1" i="0" dirty="0" err="1">
                <a:solidFill>
                  <a:srgbClr val="16202B"/>
                </a:solidFill>
                <a:latin typeface="Segoe UI"/>
              </a:rPr>
              <a:t>với</a:t>
            </a:r>
            <a:r>
              <a:rPr sz="1400" b="1" i="0" dirty="0">
                <a:solidFill>
                  <a:srgbClr val="16202B"/>
                </a:solidFill>
                <a:latin typeface="Segoe UI"/>
              </a:rPr>
              <a:t> </a:t>
            </a:r>
            <a:r>
              <a:rPr sz="1400" b="1" i="0" dirty="0" err="1">
                <a:solidFill>
                  <a:srgbClr val="16202B"/>
                </a:solidFill>
                <a:latin typeface="Segoe UI"/>
              </a:rPr>
              <a:t>kết</a:t>
            </a:r>
            <a:r>
              <a:rPr sz="1400" b="1" i="0" dirty="0">
                <a:solidFill>
                  <a:srgbClr val="16202B"/>
                </a:solidFill>
                <a:latin typeface="Segoe UI"/>
              </a:rPr>
              <a:t> </a:t>
            </a:r>
            <a:r>
              <a:rPr sz="1400" b="1" i="0" dirty="0" err="1">
                <a:solidFill>
                  <a:srgbClr val="16202B"/>
                </a:solidFill>
                <a:latin typeface="Segoe UI"/>
              </a:rPr>
              <a:t>quả</a:t>
            </a:r>
            <a:r>
              <a:rPr sz="1400" b="1" i="0" dirty="0">
                <a:solidFill>
                  <a:srgbClr val="16202B"/>
                </a:solidFill>
                <a:latin typeface="Segoe UI"/>
              </a:rPr>
              <a:t> </a:t>
            </a:r>
            <a:r>
              <a:rPr sz="1400" b="1" i="0" dirty="0" err="1">
                <a:solidFill>
                  <a:srgbClr val="16202B"/>
                </a:solidFill>
                <a:latin typeface="Segoe UI"/>
              </a:rPr>
              <a:t>thật</a:t>
            </a:r>
            <a:r>
              <a:rPr sz="1400" b="1" i="0" dirty="0">
                <a:solidFill>
                  <a:srgbClr val="16202B"/>
                </a:solidFill>
                <a:latin typeface="Segoe UI"/>
              </a:rPr>
              <a:t> </a:t>
            </a:r>
            <a:r>
              <a:rPr sz="1400" b="1" i="0" dirty="0" err="1">
                <a:solidFill>
                  <a:srgbClr val="16202B"/>
                </a:solidFill>
                <a:latin typeface="Segoe UI"/>
              </a:rPr>
              <a:t>đã</a:t>
            </a:r>
            <a:r>
              <a:rPr sz="1400" b="1" i="0" dirty="0">
                <a:solidFill>
                  <a:srgbClr val="16202B"/>
                </a:solidFill>
                <a:latin typeface="Segoe UI"/>
              </a:rPr>
              <a:t> </a:t>
            </a:r>
            <a:r>
              <a:rPr sz="1400" b="1" i="0" dirty="0" err="1">
                <a:solidFill>
                  <a:srgbClr val="16202B"/>
                </a:solidFill>
                <a:latin typeface="Segoe UI"/>
              </a:rPr>
              <a:t>xảy</a:t>
            </a:r>
            <a:r>
              <a:rPr sz="1400" b="1" i="0" dirty="0">
                <a:solidFill>
                  <a:srgbClr val="16202B"/>
                </a:solidFill>
                <a:latin typeface="Segoe UI"/>
              </a:rPr>
              <a:t> </a:t>
            </a:r>
            <a:r>
              <a:rPr sz="1400" b="1" i="0" dirty="0" err="1">
                <a:solidFill>
                  <a:srgbClr val="16202B"/>
                </a:solidFill>
                <a:latin typeface="Segoe UI"/>
              </a:rPr>
              <a:t>ra</a:t>
            </a:r>
            <a:r>
              <a:rPr sz="1400" b="1" i="0" dirty="0">
                <a:solidFill>
                  <a:srgbClr val="16202B"/>
                </a:solidFill>
                <a:latin typeface="Segoe UI"/>
              </a:rPr>
              <a:t> </a:t>
            </a:r>
            <a:r>
              <a:rPr sz="1400" b="1" i="0" dirty="0" err="1">
                <a:solidFill>
                  <a:srgbClr val="16202B"/>
                </a:solidFill>
                <a:latin typeface="Segoe UI"/>
              </a:rPr>
              <a:t>trong</a:t>
            </a:r>
            <a:r>
              <a:rPr lang="en-US" sz="1400" b="1" i="0" dirty="0">
                <a:solidFill>
                  <a:srgbClr val="16202B"/>
                </a:solidFill>
                <a:latin typeface="Segoe UI"/>
              </a:rPr>
              <a:t> </a:t>
            </a:r>
            <a:r>
              <a:rPr lang="en-US" sz="1400" b="1" i="0" dirty="0" err="1">
                <a:solidFill>
                  <a:srgbClr val="16202B"/>
                </a:solidFill>
                <a:latin typeface="Segoe UI"/>
              </a:rPr>
              <a:t>những</a:t>
            </a:r>
            <a:r>
              <a:rPr lang="en-US" sz="1400" b="1" i="0" dirty="0">
                <a:solidFill>
                  <a:srgbClr val="16202B"/>
                </a:solidFill>
                <a:latin typeface="Segoe UI"/>
              </a:rPr>
              <a:t> </a:t>
            </a:r>
            <a:r>
              <a:rPr lang="en-US" sz="1400" b="1" i="0" dirty="0" err="1">
                <a:solidFill>
                  <a:srgbClr val="16202B"/>
                </a:solidFill>
                <a:latin typeface="Segoe UI"/>
              </a:rPr>
              <a:t>lần</a:t>
            </a:r>
            <a:r>
              <a:rPr lang="en-US" sz="1400" b="1" i="0" dirty="0">
                <a:solidFill>
                  <a:srgbClr val="16202B"/>
                </a:solidFill>
                <a:latin typeface="Segoe UI"/>
              </a:rPr>
              <a:t> infer </a:t>
            </a:r>
            <a:r>
              <a:rPr lang="en-US" sz="1400" b="1" i="0" dirty="0" err="1">
                <a:solidFill>
                  <a:srgbClr val="16202B"/>
                </a:solidFill>
                <a:latin typeface="Segoe UI"/>
              </a:rPr>
              <a:t>trước</a:t>
            </a:r>
            <a:r>
              <a:rPr lang="en-US" sz="1400" b="1" i="0" dirty="0">
                <a:solidFill>
                  <a:srgbClr val="16202B"/>
                </a:solidFill>
                <a:latin typeface="Segoe UI"/>
              </a:rPr>
              <a:t> </a:t>
            </a:r>
            <a:r>
              <a:rPr lang="en-US" sz="1400" b="1" i="0" dirty="0" err="1">
                <a:solidFill>
                  <a:srgbClr val="16202B"/>
                </a:solidFill>
                <a:latin typeface="Segoe UI"/>
              </a:rPr>
              <a:t>đó</a:t>
            </a:r>
            <a:r>
              <a:rPr sz="1400" b="1" i="0" dirty="0">
                <a:solidFill>
                  <a:srgbClr val="16202B"/>
                </a:solidFill>
                <a:latin typeface="Segoe UI"/>
              </a:rPr>
              <a:t>.</a:t>
            </a:r>
          </a:p>
        </p:txBody>
      </p:sp>
      <p:sp>
        <p:nvSpPr>
          <p:cNvPr id="8" name="TextBox 7"/>
          <p:cNvSpPr txBox="1"/>
          <p:nvPr/>
        </p:nvSpPr>
        <p:spPr>
          <a:xfrm>
            <a:off x="685800" y="6446520"/>
            <a:ext cx="1828800" cy="320040"/>
          </a:xfrm>
          <a:prstGeom prst="rect">
            <a:avLst/>
          </a:prstGeom>
          <a:noFill/>
        </p:spPr>
        <p:txBody>
          <a:bodyPr wrap="square" lIns="0" tIns="0" rIns="0" bIns="0" anchor="t">
            <a:spAutoFit/>
          </a:bodyPr>
          <a:lstStyle/>
          <a:p>
            <a:r>
              <a:rPr sz="1000" b="0" i="0" spc="60">
                <a:solidFill>
                  <a:srgbClr val="5B6B7C"/>
                </a:solidFill>
                <a:latin typeface="Consolas"/>
              </a:rPr>
              <a:t>04 / 08</a:t>
            </a:r>
          </a:p>
        </p:txBody>
      </p:sp>
      <p:cxnSp>
        <p:nvCxnSpPr>
          <p:cNvPr id="9" name="Connector 8"/>
          <p:cNvCxnSpPr/>
          <p:nvPr/>
        </p:nvCxnSpPr>
        <p:spPr>
          <a:xfrm>
            <a:off x="685800" y="6382512"/>
            <a:ext cx="10820095" cy="0"/>
          </a:xfrm>
          <a:prstGeom prst="line">
            <a:avLst/>
          </a:prstGeom>
          <a:ln w="9525">
            <a:solidFill>
              <a:srgbClr val="D6E0E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502920"/>
            <a:ext cx="9144000" cy="365760"/>
          </a:xfrm>
          <a:prstGeom prst="rect">
            <a:avLst/>
          </a:prstGeom>
          <a:noFill/>
        </p:spPr>
        <p:txBody>
          <a:bodyPr wrap="square" lIns="0" tIns="0" rIns="0" bIns="0" anchor="t">
            <a:spAutoFit/>
          </a:bodyPr>
          <a:lstStyle/>
          <a:p>
            <a:r>
              <a:rPr sz="1200" b="1" i="0" spc="120">
                <a:solidFill>
                  <a:srgbClr val="0E8F82"/>
                </a:solidFill>
                <a:latin typeface="Consolas"/>
              </a:rPr>
              <a:t>04 · Ý TƯỞNG CẢI TIẾN</a:t>
            </a:r>
          </a:p>
        </p:txBody>
      </p:sp>
      <p:sp>
        <p:nvSpPr>
          <p:cNvPr id="4" name="TextBox 3"/>
          <p:cNvSpPr txBox="1"/>
          <p:nvPr/>
        </p:nvSpPr>
        <p:spPr>
          <a:xfrm>
            <a:off x="685800" y="868680"/>
            <a:ext cx="10607040" cy="1005840"/>
          </a:xfrm>
          <a:prstGeom prst="rect">
            <a:avLst/>
          </a:prstGeom>
          <a:noFill/>
        </p:spPr>
        <p:txBody>
          <a:bodyPr wrap="square" lIns="0" tIns="0" rIns="0" bIns="0" anchor="t">
            <a:spAutoFit/>
          </a:bodyPr>
          <a:lstStyle/>
          <a:p>
            <a:r>
              <a:rPr sz="2500" b="1" i="0" dirty="0" err="1">
                <a:solidFill>
                  <a:srgbClr val="16202B"/>
                </a:solidFill>
                <a:latin typeface="Segoe UI"/>
              </a:rPr>
              <a:t>Đối</a:t>
            </a:r>
            <a:r>
              <a:rPr sz="2500" b="1" i="0" dirty="0">
                <a:solidFill>
                  <a:srgbClr val="16202B"/>
                </a:solidFill>
                <a:latin typeface="Segoe UI"/>
              </a:rPr>
              <a:t> </a:t>
            </a:r>
            <a:r>
              <a:rPr sz="2500" b="1" i="0" dirty="0" err="1">
                <a:solidFill>
                  <a:srgbClr val="16202B"/>
                </a:solidFill>
                <a:latin typeface="Segoe UI"/>
              </a:rPr>
              <a:t>chiếu</a:t>
            </a:r>
            <a:r>
              <a:rPr sz="2500" b="1" i="0" dirty="0">
                <a:solidFill>
                  <a:srgbClr val="16202B"/>
                </a:solidFill>
                <a:latin typeface="Segoe UI"/>
              </a:rPr>
              <a:t> </a:t>
            </a:r>
            <a:r>
              <a:rPr sz="2500" b="1" i="0" dirty="0" err="1">
                <a:solidFill>
                  <a:srgbClr val="16202B"/>
                </a:solidFill>
                <a:latin typeface="Segoe UI"/>
              </a:rPr>
              <a:t>độ</a:t>
            </a:r>
            <a:r>
              <a:rPr sz="2500" b="1" i="0" dirty="0">
                <a:solidFill>
                  <a:srgbClr val="16202B"/>
                </a:solidFill>
                <a:latin typeface="Segoe UI"/>
              </a:rPr>
              <a:t> </a:t>
            </a:r>
            <a:r>
              <a:rPr sz="2500" b="1" i="0" dirty="0" err="1">
                <a:solidFill>
                  <a:srgbClr val="16202B"/>
                </a:solidFill>
                <a:latin typeface="Segoe UI"/>
              </a:rPr>
              <a:t>tự</a:t>
            </a:r>
            <a:r>
              <a:rPr sz="2500" b="1" i="0" dirty="0">
                <a:solidFill>
                  <a:srgbClr val="16202B"/>
                </a:solidFill>
                <a:latin typeface="Segoe UI"/>
              </a:rPr>
              <a:t> tin </a:t>
            </a:r>
            <a:r>
              <a:rPr sz="2500" b="1" i="0" dirty="0" err="1">
                <a:solidFill>
                  <a:srgbClr val="16202B"/>
                </a:solidFill>
                <a:latin typeface="Segoe UI"/>
              </a:rPr>
              <a:t>với</a:t>
            </a:r>
            <a:r>
              <a:rPr sz="2500" b="1" i="0" dirty="0">
                <a:solidFill>
                  <a:srgbClr val="16202B"/>
                </a:solidFill>
                <a:latin typeface="Segoe UI"/>
              </a:rPr>
              <a:t> </a:t>
            </a:r>
            <a:r>
              <a:rPr sz="2500" b="1" i="0" dirty="0" err="1">
                <a:solidFill>
                  <a:srgbClr val="16202B"/>
                </a:solidFill>
                <a:latin typeface="Segoe UI"/>
              </a:rPr>
              <a:t>lịch</a:t>
            </a:r>
            <a:r>
              <a:rPr sz="2500" b="1" i="0" dirty="0">
                <a:solidFill>
                  <a:srgbClr val="16202B"/>
                </a:solidFill>
                <a:latin typeface="Segoe UI"/>
              </a:rPr>
              <a:t> </a:t>
            </a:r>
            <a:r>
              <a:rPr sz="2500" b="1" i="0" dirty="0" err="1">
                <a:solidFill>
                  <a:srgbClr val="16202B"/>
                </a:solidFill>
                <a:latin typeface="Segoe UI"/>
              </a:rPr>
              <a:t>sử</a:t>
            </a:r>
            <a:r>
              <a:rPr sz="2500" b="1" i="0" dirty="0">
                <a:solidFill>
                  <a:srgbClr val="16202B"/>
                </a:solidFill>
                <a:latin typeface="Segoe UI"/>
              </a:rPr>
              <a:t> </a:t>
            </a:r>
            <a:r>
              <a:rPr sz="2500" b="1" i="0" dirty="0" err="1">
                <a:solidFill>
                  <a:srgbClr val="16202B"/>
                </a:solidFill>
                <a:latin typeface="Segoe UI"/>
              </a:rPr>
              <a:t>phản</a:t>
            </a:r>
            <a:r>
              <a:rPr sz="2500" b="1" i="0" dirty="0">
                <a:solidFill>
                  <a:srgbClr val="16202B"/>
                </a:solidFill>
                <a:latin typeface="Segoe UI"/>
              </a:rPr>
              <a:t> </a:t>
            </a:r>
            <a:r>
              <a:rPr sz="2500" b="1" i="0" dirty="0" err="1">
                <a:solidFill>
                  <a:srgbClr val="16202B"/>
                </a:solidFill>
                <a:latin typeface="Segoe UI"/>
              </a:rPr>
              <a:t>hồi</a:t>
            </a:r>
            <a:r>
              <a:rPr sz="2500" b="1" i="0" dirty="0">
                <a:solidFill>
                  <a:srgbClr val="16202B"/>
                </a:solidFill>
                <a:latin typeface="Segoe UI"/>
              </a:rPr>
              <a:t> </a:t>
            </a:r>
            <a:r>
              <a:rPr sz="2500" b="1" i="0" dirty="0" err="1">
                <a:solidFill>
                  <a:srgbClr val="16202B"/>
                </a:solidFill>
                <a:latin typeface="Segoe UI"/>
              </a:rPr>
              <a:t>thật</a:t>
            </a:r>
            <a:r>
              <a:rPr sz="2500" b="1" i="0" dirty="0">
                <a:solidFill>
                  <a:srgbClr val="16202B"/>
                </a:solidFill>
                <a:latin typeface="Segoe UI"/>
              </a:rPr>
              <a:t>, </a:t>
            </a:r>
            <a:r>
              <a:rPr sz="2500" b="1" i="0" dirty="0" err="1">
                <a:solidFill>
                  <a:srgbClr val="16202B"/>
                </a:solidFill>
                <a:latin typeface="Segoe UI"/>
              </a:rPr>
              <a:t>thay</a:t>
            </a:r>
            <a:r>
              <a:rPr sz="2500" b="1" i="0" dirty="0">
                <a:solidFill>
                  <a:srgbClr val="16202B"/>
                </a:solidFill>
                <a:latin typeface="Segoe UI"/>
              </a:rPr>
              <a:t> </a:t>
            </a:r>
            <a:r>
              <a:rPr sz="2500" b="1" i="0" dirty="0" err="1">
                <a:solidFill>
                  <a:srgbClr val="16202B"/>
                </a:solidFill>
                <a:latin typeface="Segoe UI"/>
              </a:rPr>
              <a:t>vì</a:t>
            </a:r>
            <a:r>
              <a:rPr sz="2500" b="1" i="0" dirty="0">
                <a:solidFill>
                  <a:srgbClr val="16202B"/>
                </a:solidFill>
                <a:latin typeface="Segoe UI"/>
              </a:rPr>
              <a:t> tin </a:t>
            </a:r>
            <a:r>
              <a:rPr sz="2500" b="1" i="0" dirty="0" err="1">
                <a:solidFill>
                  <a:srgbClr val="16202B"/>
                </a:solidFill>
                <a:latin typeface="Segoe UI"/>
              </a:rPr>
              <a:t>thẳng</a:t>
            </a:r>
            <a:r>
              <a:rPr sz="2500" b="1" i="0" dirty="0">
                <a:solidFill>
                  <a:srgbClr val="16202B"/>
                </a:solidFill>
                <a:latin typeface="Segoe UI"/>
              </a:rPr>
              <a:t> </a:t>
            </a:r>
            <a:r>
              <a:rPr sz="2500" b="1" i="0" dirty="0" err="1">
                <a:solidFill>
                  <a:srgbClr val="16202B"/>
                </a:solidFill>
                <a:latin typeface="Segoe UI"/>
              </a:rPr>
              <a:t>vào</a:t>
            </a:r>
            <a:r>
              <a:rPr sz="2500" b="1" i="0" dirty="0">
                <a:solidFill>
                  <a:srgbClr val="16202B"/>
                </a:solidFill>
                <a:latin typeface="Segoe UI"/>
              </a:rPr>
              <a:t> </a:t>
            </a:r>
            <a:r>
              <a:rPr sz="2500" b="1" i="0" dirty="0" err="1">
                <a:solidFill>
                  <a:srgbClr val="16202B"/>
                </a:solidFill>
                <a:latin typeface="Segoe UI"/>
              </a:rPr>
              <a:t>nó</a:t>
            </a:r>
            <a:endParaRPr sz="2500" b="1" i="0" dirty="0">
              <a:solidFill>
                <a:srgbClr val="16202B"/>
              </a:solidFill>
              <a:latin typeface="Segoe UI"/>
            </a:endParaRPr>
          </a:p>
        </p:txBody>
      </p:sp>
      <p:sp>
        <p:nvSpPr>
          <p:cNvPr id="5" name="TextBox 4"/>
          <p:cNvSpPr txBox="1"/>
          <p:nvPr/>
        </p:nvSpPr>
        <p:spPr>
          <a:xfrm>
            <a:off x="685800" y="1828800"/>
            <a:ext cx="5074920" cy="1551707"/>
          </a:xfrm>
          <a:prstGeom prst="rect">
            <a:avLst/>
          </a:prstGeom>
          <a:noFill/>
        </p:spPr>
        <p:txBody>
          <a:bodyPr wrap="square" lIns="0" tIns="0" rIns="0" bIns="0" anchor="t">
            <a:spAutoFit/>
          </a:bodyPr>
          <a:lstStyle/>
          <a:p>
            <a:pPr>
              <a:spcAft>
                <a:spcPts val="2016"/>
              </a:spcAft>
            </a:pPr>
            <a:r>
              <a:rPr sz="700" b="0" i="0" dirty="0">
                <a:solidFill>
                  <a:srgbClr val="0E8F82"/>
                </a:solidFill>
                <a:latin typeface="Segoe UI"/>
              </a:rPr>
              <a:t>⬤  </a:t>
            </a:r>
            <a:r>
              <a:rPr sz="1350" b="0" i="0" dirty="0" err="1">
                <a:solidFill>
                  <a:srgbClr val="16202B"/>
                </a:solidFill>
                <a:latin typeface="Segoe UI"/>
              </a:rPr>
              <a:t>Mỗi</a:t>
            </a:r>
            <a:r>
              <a:rPr sz="1350" b="0" i="0" dirty="0">
                <a:solidFill>
                  <a:srgbClr val="16202B"/>
                </a:solidFill>
                <a:latin typeface="Segoe UI"/>
              </a:rPr>
              <a:t> </a:t>
            </a:r>
            <a:r>
              <a:rPr sz="1350" b="0" i="0" dirty="0" err="1">
                <a:solidFill>
                  <a:srgbClr val="16202B"/>
                </a:solidFill>
                <a:latin typeface="Segoe UI"/>
              </a:rPr>
              <a:t>khi</a:t>
            </a:r>
            <a:r>
              <a:rPr sz="1350" b="0" i="0" dirty="0">
                <a:solidFill>
                  <a:srgbClr val="16202B"/>
                </a:solidFill>
                <a:latin typeface="Segoe UI"/>
              </a:rPr>
              <a:t> </a:t>
            </a:r>
            <a:r>
              <a:rPr lang="en-US" sz="1350" b="0" i="0" dirty="0">
                <a:solidFill>
                  <a:srgbClr val="16202B"/>
                </a:solidFill>
                <a:latin typeface="Segoe UI"/>
              </a:rPr>
              <a:t>1 </a:t>
            </a:r>
            <a:r>
              <a:rPr lang="en-US" sz="1350" b="0" i="0" dirty="0" err="1">
                <a:solidFill>
                  <a:srgbClr val="16202B"/>
                </a:solidFill>
                <a:latin typeface="Segoe UI"/>
              </a:rPr>
              <a:t>phản</a:t>
            </a:r>
            <a:r>
              <a:rPr lang="en-US" sz="1350" b="0" i="0" dirty="0">
                <a:solidFill>
                  <a:srgbClr val="16202B"/>
                </a:solidFill>
                <a:latin typeface="Segoe UI"/>
              </a:rPr>
              <a:t> </a:t>
            </a:r>
            <a:r>
              <a:rPr lang="en-US" sz="1350" b="0" i="0" dirty="0" err="1">
                <a:solidFill>
                  <a:srgbClr val="16202B"/>
                </a:solidFill>
                <a:latin typeface="Segoe UI"/>
              </a:rPr>
              <a:t>hồi</a:t>
            </a:r>
            <a:r>
              <a:rPr lang="en-US" sz="1350" b="0" i="0" dirty="0">
                <a:solidFill>
                  <a:srgbClr val="16202B"/>
                </a:solidFill>
                <a:latin typeface="Segoe UI"/>
              </a:rPr>
              <a:t> </a:t>
            </a:r>
            <a:r>
              <a:rPr lang="en-US" sz="1350" b="0" i="0" dirty="0" err="1">
                <a:solidFill>
                  <a:srgbClr val="16202B"/>
                </a:solidFill>
                <a:latin typeface="Segoe UI"/>
              </a:rPr>
              <a:t>đúng</a:t>
            </a:r>
            <a:r>
              <a:rPr lang="en-US" sz="1350" b="0" i="0" dirty="0">
                <a:solidFill>
                  <a:srgbClr val="16202B"/>
                </a:solidFill>
                <a:latin typeface="Segoe UI"/>
              </a:rPr>
              <a:t> </a:t>
            </a:r>
            <a:r>
              <a:rPr lang="en-US" sz="1350" b="0" i="0" dirty="0" err="1">
                <a:solidFill>
                  <a:srgbClr val="16202B"/>
                </a:solidFill>
                <a:latin typeface="Segoe UI"/>
              </a:rPr>
              <a:t>sai</a:t>
            </a:r>
            <a:r>
              <a:rPr sz="1350" b="0" i="0" dirty="0">
                <a:solidFill>
                  <a:srgbClr val="16202B"/>
                </a:solidFill>
                <a:latin typeface="Segoe UI"/>
              </a:rPr>
              <a:t>, </a:t>
            </a:r>
            <a:r>
              <a:rPr lang="en-US" sz="1350" b="0" i="0" dirty="0" err="1">
                <a:solidFill>
                  <a:srgbClr val="16202B"/>
                </a:solidFill>
                <a:latin typeface="Segoe UI"/>
              </a:rPr>
              <a:t>lưu</a:t>
            </a:r>
            <a:r>
              <a:rPr sz="1350" b="0" i="0" dirty="0">
                <a:solidFill>
                  <a:srgbClr val="16202B"/>
                </a:solidFill>
                <a:latin typeface="Segoe UI"/>
              </a:rPr>
              <a:t>: </a:t>
            </a:r>
            <a:r>
              <a:rPr lang="en-US" sz="1350" b="0" i="0" dirty="0">
                <a:solidFill>
                  <a:srgbClr val="16202B"/>
                </a:solidFill>
                <a:latin typeface="Segoe UI"/>
              </a:rPr>
              <a:t>confident score – Đ/S</a:t>
            </a:r>
            <a:r>
              <a:rPr sz="1350" b="0" i="0" dirty="0">
                <a:solidFill>
                  <a:srgbClr val="16202B"/>
                </a:solidFill>
                <a:latin typeface="Segoe UI"/>
              </a:rPr>
              <a:t>.</a:t>
            </a:r>
          </a:p>
          <a:p>
            <a:pPr>
              <a:spcAft>
                <a:spcPts val="2016"/>
              </a:spcAft>
            </a:pPr>
            <a:r>
              <a:rPr sz="700" b="0" i="0" dirty="0">
                <a:solidFill>
                  <a:srgbClr val="0E8F82"/>
                </a:solidFill>
                <a:latin typeface="Segoe UI"/>
              </a:rPr>
              <a:t>⬤  </a:t>
            </a:r>
            <a:r>
              <a:rPr sz="1350" b="0" i="0" dirty="0">
                <a:solidFill>
                  <a:srgbClr val="16202B"/>
                </a:solidFill>
                <a:latin typeface="Segoe UI"/>
              </a:rPr>
              <a:t>Sau </a:t>
            </a:r>
            <a:r>
              <a:rPr lang="en-US" sz="1350" b="0" i="0" dirty="0" err="1">
                <a:solidFill>
                  <a:srgbClr val="16202B"/>
                </a:solidFill>
                <a:latin typeface="Segoe UI"/>
              </a:rPr>
              <a:t>một</a:t>
            </a:r>
            <a:r>
              <a:rPr lang="en-US" sz="1350" b="0" i="0" dirty="0">
                <a:solidFill>
                  <a:srgbClr val="16202B"/>
                </a:solidFill>
                <a:latin typeface="Segoe UI"/>
              </a:rPr>
              <a:t> </a:t>
            </a:r>
            <a:r>
              <a:rPr lang="en-US" sz="1350" b="0" i="0" dirty="0" err="1">
                <a:solidFill>
                  <a:srgbClr val="16202B"/>
                </a:solidFill>
                <a:latin typeface="Segoe UI"/>
              </a:rPr>
              <a:t>lượng</a:t>
            </a:r>
            <a:r>
              <a:rPr lang="en-US" sz="1350" b="0" i="0" dirty="0">
                <a:solidFill>
                  <a:srgbClr val="16202B"/>
                </a:solidFill>
                <a:latin typeface="Segoe UI"/>
              </a:rPr>
              <a:t> </a:t>
            </a:r>
            <a:r>
              <a:rPr lang="en-US" sz="1350" b="0" i="0" dirty="0" err="1">
                <a:solidFill>
                  <a:srgbClr val="16202B"/>
                </a:solidFill>
                <a:latin typeface="Segoe UI"/>
              </a:rPr>
              <a:t>phản</a:t>
            </a:r>
            <a:r>
              <a:rPr lang="en-US" sz="1350" b="0" i="0" dirty="0">
                <a:solidFill>
                  <a:srgbClr val="16202B"/>
                </a:solidFill>
                <a:latin typeface="Segoe UI"/>
              </a:rPr>
              <a:t> </a:t>
            </a:r>
            <a:r>
              <a:rPr lang="en-US" sz="1350" b="0" i="0" dirty="0" err="1">
                <a:solidFill>
                  <a:srgbClr val="16202B"/>
                </a:solidFill>
                <a:latin typeface="Segoe UI"/>
              </a:rPr>
              <a:t>hồi</a:t>
            </a:r>
            <a:r>
              <a:rPr sz="1350" b="0" i="0" dirty="0">
                <a:solidFill>
                  <a:srgbClr val="16202B"/>
                </a:solidFill>
                <a:latin typeface="Segoe UI"/>
              </a:rPr>
              <a:t>, </a:t>
            </a:r>
            <a:r>
              <a:rPr sz="1350" b="0" i="0" dirty="0" err="1">
                <a:solidFill>
                  <a:srgbClr val="16202B"/>
                </a:solidFill>
                <a:latin typeface="Segoe UI"/>
              </a:rPr>
              <a:t>dựng</a:t>
            </a:r>
            <a:r>
              <a:rPr sz="1350" b="0" i="0" dirty="0">
                <a:solidFill>
                  <a:srgbClr val="16202B"/>
                </a:solidFill>
                <a:latin typeface="Segoe UI"/>
              </a:rPr>
              <a:t> </a:t>
            </a:r>
            <a:r>
              <a:rPr sz="1350" b="0" i="0" dirty="0" err="1">
                <a:solidFill>
                  <a:srgbClr val="16202B"/>
                </a:solidFill>
                <a:latin typeface="Segoe UI"/>
              </a:rPr>
              <a:t>một</a:t>
            </a:r>
            <a:r>
              <a:rPr sz="1350" b="0" i="0" dirty="0">
                <a:solidFill>
                  <a:srgbClr val="16202B"/>
                </a:solidFill>
                <a:latin typeface="Segoe UI"/>
              </a:rPr>
              <a:t> "</a:t>
            </a:r>
            <a:r>
              <a:rPr sz="1350" b="0" i="0" dirty="0" err="1">
                <a:solidFill>
                  <a:srgbClr val="16202B"/>
                </a:solidFill>
                <a:latin typeface="Segoe UI"/>
              </a:rPr>
              <a:t>đường</a:t>
            </a:r>
            <a:r>
              <a:rPr sz="1350" b="0" i="0" dirty="0">
                <a:solidFill>
                  <a:srgbClr val="16202B"/>
                </a:solidFill>
                <a:latin typeface="Segoe UI"/>
              </a:rPr>
              <a:t> </a:t>
            </a:r>
            <a:r>
              <a:rPr sz="1350" b="0" i="0" dirty="0" err="1">
                <a:solidFill>
                  <a:srgbClr val="16202B"/>
                </a:solidFill>
                <a:latin typeface="Segoe UI"/>
              </a:rPr>
              <a:t>quy</a:t>
            </a:r>
            <a:r>
              <a:rPr sz="1350" b="0" i="0" dirty="0">
                <a:solidFill>
                  <a:srgbClr val="16202B"/>
                </a:solidFill>
                <a:latin typeface="Segoe UI"/>
              </a:rPr>
              <a:t> </a:t>
            </a:r>
            <a:r>
              <a:rPr sz="1350" b="0" i="0" dirty="0" err="1">
                <a:solidFill>
                  <a:srgbClr val="16202B"/>
                </a:solidFill>
                <a:latin typeface="Segoe UI"/>
              </a:rPr>
              <a:t>đổi</a:t>
            </a:r>
            <a:r>
              <a:rPr sz="1350" b="0" i="0" dirty="0">
                <a:solidFill>
                  <a:srgbClr val="16202B"/>
                </a:solidFill>
                <a:latin typeface="Segoe UI"/>
              </a:rPr>
              <a:t>": </a:t>
            </a:r>
            <a:r>
              <a:rPr sz="1350" b="0" i="0" dirty="0" err="1">
                <a:solidFill>
                  <a:srgbClr val="16202B"/>
                </a:solidFill>
                <a:latin typeface="Segoe UI"/>
              </a:rPr>
              <a:t>mức</a:t>
            </a:r>
            <a:r>
              <a:rPr sz="1350" b="0" i="0" dirty="0">
                <a:solidFill>
                  <a:srgbClr val="16202B"/>
                </a:solidFill>
                <a:latin typeface="Segoe UI"/>
              </a:rPr>
              <a:t> </a:t>
            </a:r>
            <a:r>
              <a:rPr sz="1350" b="0" i="0" dirty="0" err="1">
                <a:solidFill>
                  <a:srgbClr val="16202B"/>
                </a:solidFill>
                <a:latin typeface="Segoe UI"/>
              </a:rPr>
              <a:t>tự</a:t>
            </a:r>
            <a:r>
              <a:rPr sz="1350" b="0" i="0" dirty="0">
                <a:solidFill>
                  <a:srgbClr val="16202B"/>
                </a:solidFill>
                <a:latin typeface="Segoe UI"/>
              </a:rPr>
              <a:t> tin </a:t>
            </a:r>
            <a:r>
              <a:rPr sz="1350" b="0" i="0" dirty="0" err="1">
                <a:solidFill>
                  <a:srgbClr val="16202B"/>
                </a:solidFill>
                <a:latin typeface="Segoe UI"/>
              </a:rPr>
              <a:t>thô</a:t>
            </a:r>
            <a:r>
              <a:rPr sz="1350" b="0" i="0" dirty="0">
                <a:solidFill>
                  <a:srgbClr val="16202B"/>
                </a:solidFill>
                <a:latin typeface="Segoe UI"/>
              </a:rPr>
              <a:t> → </a:t>
            </a:r>
            <a:r>
              <a:rPr sz="1350" b="0" i="0" dirty="0" err="1">
                <a:solidFill>
                  <a:srgbClr val="16202B"/>
                </a:solidFill>
                <a:latin typeface="Segoe UI"/>
              </a:rPr>
              <a:t>xác</a:t>
            </a:r>
            <a:r>
              <a:rPr sz="1350" b="0" i="0" dirty="0">
                <a:solidFill>
                  <a:srgbClr val="16202B"/>
                </a:solidFill>
                <a:latin typeface="Segoe UI"/>
              </a:rPr>
              <a:t> </a:t>
            </a:r>
            <a:r>
              <a:rPr sz="1350" b="0" i="0" dirty="0" err="1">
                <a:solidFill>
                  <a:srgbClr val="16202B"/>
                </a:solidFill>
                <a:latin typeface="Segoe UI"/>
              </a:rPr>
              <a:t>suất</a:t>
            </a:r>
            <a:r>
              <a:rPr sz="1350" b="0" i="0" dirty="0">
                <a:solidFill>
                  <a:srgbClr val="16202B"/>
                </a:solidFill>
                <a:latin typeface="Segoe UI"/>
              </a:rPr>
              <a:t> </a:t>
            </a:r>
            <a:r>
              <a:rPr sz="1350" b="0" i="0" dirty="0" err="1">
                <a:solidFill>
                  <a:srgbClr val="16202B"/>
                </a:solidFill>
                <a:latin typeface="Segoe UI"/>
              </a:rPr>
              <a:t>đúng</a:t>
            </a:r>
            <a:r>
              <a:rPr sz="1350" b="0" i="0" dirty="0">
                <a:solidFill>
                  <a:srgbClr val="16202B"/>
                </a:solidFill>
                <a:latin typeface="Segoe UI"/>
              </a:rPr>
              <a:t> THỰC TẾ.</a:t>
            </a:r>
          </a:p>
          <a:p>
            <a:pPr>
              <a:spcAft>
                <a:spcPts val="2016"/>
              </a:spcAft>
            </a:pPr>
            <a:r>
              <a:rPr sz="700" b="0" i="0" dirty="0">
                <a:solidFill>
                  <a:srgbClr val="0E8F82"/>
                </a:solidFill>
                <a:latin typeface="Segoe UI"/>
              </a:rPr>
              <a:t>⬤  </a:t>
            </a:r>
            <a:r>
              <a:rPr sz="1350" b="0" i="0" dirty="0" err="1">
                <a:solidFill>
                  <a:srgbClr val="16202B"/>
                </a:solidFill>
                <a:latin typeface="Segoe UI"/>
              </a:rPr>
              <a:t>Đường</a:t>
            </a:r>
            <a:r>
              <a:rPr sz="1350" b="0" i="0" dirty="0">
                <a:solidFill>
                  <a:srgbClr val="16202B"/>
                </a:solidFill>
                <a:latin typeface="Segoe UI"/>
              </a:rPr>
              <a:t> </a:t>
            </a:r>
            <a:r>
              <a:rPr sz="1350" b="0" i="0" dirty="0" err="1">
                <a:solidFill>
                  <a:srgbClr val="16202B"/>
                </a:solidFill>
                <a:latin typeface="Segoe UI"/>
              </a:rPr>
              <a:t>quy</a:t>
            </a:r>
            <a:r>
              <a:rPr sz="1350" b="0" i="0" dirty="0">
                <a:solidFill>
                  <a:srgbClr val="16202B"/>
                </a:solidFill>
                <a:latin typeface="Segoe UI"/>
              </a:rPr>
              <a:t> </a:t>
            </a:r>
            <a:r>
              <a:rPr sz="1350" b="0" i="0" dirty="0" err="1">
                <a:solidFill>
                  <a:srgbClr val="16202B"/>
                </a:solidFill>
                <a:latin typeface="Segoe UI"/>
              </a:rPr>
              <a:t>đổi</a:t>
            </a:r>
            <a:r>
              <a:rPr sz="1350" b="0" i="0" dirty="0">
                <a:solidFill>
                  <a:srgbClr val="16202B"/>
                </a:solidFill>
                <a:latin typeface="Segoe UI"/>
              </a:rPr>
              <a:t> </a:t>
            </a:r>
            <a:r>
              <a:rPr sz="1350" b="0" i="0" dirty="0" err="1">
                <a:solidFill>
                  <a:srgbClr val="16202B"/>
                </a:solidFill>
                <a:latin typeface="Segoe UI"/>
              </a:rPr>
              <a:t>này</a:t>
            </a:r>
            <a:r>
              <a:rPr sz="1350" b="0" i="0" dirty="0">
                <a:solidFill>
                  <a:srgbClr val="16202B"/>
                </a:solidFill>
                <a:latin typeface="Segoe UI"/>
              </a:rPr>
              <a:t> </a:t>
            </a:r>
            <a:r>
              <a:rPr sz="1350" b="0" i="0" dirty="0" err="1">
                <a:solidFill>
                  <a:srgbClr val="16202B"/>
                </a:solidFill>
                <a:latin typeface="Segoe UI"/>
              </a:rPr>
              <a:t>tự</a:t>
            </a:r>
            <a:r>
              <a:rPr sz="1350" b="0" i="0" dirty="0">
                <a:solidFill>
                  <a:srgbClr val="16202B"/>
                </a:solidFill>
                <a:latin typeface="Segoe UI"/>
              </a:rPr>
              <a:t> </a:t>
            </a:r>
            <a:r>
              <a:rPr sz="1350" b="0" i="0" dirty="0" err="1">
                <a:solidFill>
                  <a:srgbClr val="16202B"/>
                </a:solidFill>
                <a:latin typeface="Segoe UI"/>
              </a:rPr>
              <a:t>cập</a:t>
            </a:r>
            <a:r>
              <a:rPr sz="1350" b="0" i="0" dirty="0">
                <a:solidFill>
                  <a:srgbClr val="16202B"/>
                </a:solidFill>
                <a:latin typeface="Segoe UI"/>
              </a:rPr>
              <a:t> </a:t>
            </a:r>
            <a:r>
              <a:rPr sz="1350" b="0" i="0" dirty="0" err="1">
                <a:solidFill>
                  <a:srgbClr val="16202B"/>
                </a:solidFill>
                <a:latin typeface="Segoe UI"/>
              </a:rPr>
              <a:t>nhật</a:t>
            </a:r>
            <a:r>
              <a:rPr sz="1350" b="0" i="0" dirty="0">
                <a:solidFill>
                  <a:srgbClr val="16202B"/>
                </a:solidFill>
                <a:latin typeface="Segoe UI"/>
              </a:rPr>
              <a:t> </a:t>
            </a:r>
            <a:r>
              <a:rPr sz="1350" b="0" i="0" dirty="0" err="1">
                <a:solidFill>
                  <a:srgbClr val="16202B"/>
                </a:solidFill>
                <a:latin typeface="Segoe UI"/>
              </a:rPr>
              <a:t>liên</a:t>
            </a:r>
            <a:r>
              <a:rPr sz="1350" b="0" i="0" dirty="0">
                <a:solidFill>
                  <a:srgbClr val="16202B"/>
                </a:solidFill>
                <a:latin typeface="Segoe UI"/>
              </a:rPr>
              <a:t> </a:t>
            </a:r>
            <a:r>
              <a:rPr sz="1350" b="0" i="0" dirty="0" err="1">
                <a:solidFill>
                  <a:srgbClr val="16202B"/>
                </a:solidFill>
                <a:latin typeface="Segoe UI"/>
              </a:rPr>
              <a:t>tục</a:t>
            </a:r>
            <a:r>
              <a:rPr sz="1350" b="0" i="0" dirty="0">
                <a:solidFill>
                  <a:srgbClr val="16202B"/>
                </a:solidFill>
                <a:latin typeface="Segoe UI"/>
              </a:rPr>
              <a:t> — </a:t>
            </a:r>
            <a:r>
              <a:rPr sz="1350" b="0" i="0" dirty="0" err="1">
                <a:solidFill>
                  <a:srgbClr val="16202B"/>
                </a:solidFill>
                <a:latin typeface="Segoe UI"/>
              </a:rPr>
              <a:t>càng</a:t>
            </a:r>
            <a:r>
              <a:rPr sz="1350" b="0" i="0" dirty="0">
                <a:solidFill>
                  <a:srgbClr val="16202B"/>
                </a:solidFill>
                <a:latin typeface="Segoe UI"/>
              </a:rPr>
              <a:t> </a:t>
            </a:r>
            <a:r>
              <a:rPr sz="1350" b="0" i="0" dirty="0" err="1">
                <a:solidFill>
                  <a:srgbClr val="16202B"/>
                </a:solidFill>
                <a:latin typeface="Segoe UI"/>
              </a:rPr>
              <a:t>nhiều</a:t>
            </a:r>
            <a:r>
              <a:rPr sz="1350" b="0" i="0" dirty="0">
                <a:solidFill>
                  <a:srgbClr val="16202B"/>
                </a:solidFill>
                <a:latin typeface="Segoe UI"/>
              </a:rPr>
              <a:t> </a:t>
            </a:r>
            <a:r>
              <a:rPr sz="1350" b="0" i="0" dirty="0" err="1">
                <a:solidFill>
                  <a:srgbClr val="16202B"/>
                </a:solidFill>
                <a:latin typeface="Segoe UI"/>
              </a:rPr>
              <a:t>phản</a:t>
            </a:r>
            <a:r>
              <a:rPr sz="1350" b="0" i="0" dirty="0">
                <a:solidFill>
                  <a:srgbClr val="16202B"/>
                </a:solidFill>
                <a:latin typeface="Segoe UI"/>
              </a:rPr>
              <a:t> </a:t>
            </a:r>
            <a:r>
              <a:rPr sz="1350" b="0" i="0" dirty="0" err="1">
                <a:solidFill>
                  <a:srgbClr val="16202B"/>
                </a:solidFill>
                <a:latin typeface="Segoe UI"/>
              </a:rPr>
              <a:t>hồi</a:t>
            </a:r>
            <a:r>
              <a:rPr sz="1350" b="0" i="0" dirty="0">
                <a:solidFill>
                  <a:srgbClr val="16202B"/>
                </a:solidFill>
                <a:latin typeface="Segoe UI"/>
              </a:rPr>
              <a:t>, </a:t>
            </a:r>
            <a:r>
              <a:rPr sz="1350" b="0" i="0" dirty="0" err="1">
                <a:solidFill>
                  <a:srgbClr val="16202B"/>
                </a:solidFill>
                <a:latin typeface="Segoe UI"/>
              </a:rPr>
              <a:t>càng</a:t>
            </a:r>
            <a:r>
              <a:rPr sz="1350" b="0" i="0" dirty="0">
                <a:solidFill>
                  <a:srgbClr val="16202B"/>
                </a:solidFill>
                <a:latin typeface="Segoe UI"/>
              </a:rPr>
              <a:t> </a:t>
            </a:r>
            <a:r>
              <a:rPr sz="1350" b="0" i="0" dirty="0" err="1">
                <a:solidFill>
                  <a:srgbClr val="16202B"/>
                </a:solidFill>
                <a:latin typeface="Segoe UI"/>
              </a:rPr>
              <a:t>quy</a:t>
            </a:r>
            <a:r>
              <a:rPr sz="1350" b="0" i="0" dirty="0">
                <a:solidFill>
                  <a:srgbClr val="16202B"/>
                </a:solidFill>
                <a:latin typeface="Segoe UI"/>
              </a:rPr>
              <a:t> </a:t>
            </a:r>
            <a:r>
              <a:rPr sz="1350" b="0" i="0" dirty="0" err="1">
                <a:solidFill>
                  <a:srgbClr val="16202B"/>
                </a:solidFill>
                <a:latin typeface="Segoe UI"/>
              </a:rPr>
              <a:t>đổi</a:t>
            </a:r>
            <a:r>
              <a:rPr sz="1350" b="0" i="0" dirty="0">
                <a:solidFill>
                  <a:srgbClr val="16202B"/>
                </a:solidFill>
                <a:latin typeface="Segoe UI"/>
              </a:rPr>
              <a:t> </a:t>
            </a:r>
            <a:r>
              <a:rPr sz="1350" b="0" i="0" dirty="0" err="1">
                <a:solidFill>
                  <a:srgbClr val="16202B"/>
                </a:solidFill>
                <a:latin typeface="Segoe UI"/>
              </a:rPr>
              <a:t>chính</a:t>
            </a:r>
            <a:r>
              <a:rPr sz="1350" b="0" i="0" dirty="0">
                <a:solidFill>
                  <a:srgbClr val="16202B"/>
                </a:solidFill>
                <a:latin typeface="Segoe UI"/>
              </a:rPr>
              <a:t> </a:t>
            </a:r>
            <a:r>
              <a:rPr sz="1350" b="0" i="0" dirty="0" err="1">
                <a:solidFill>
                  <a:srgbClr val="16202B"/>
                </a:solidFill>
                <a:latin typeface="Segoe UI"/>
              </a:rPr>
              <a:t>xác</a:t>
            </a:r>
            <a:r>
              <a:rPr sz="1350" b="0" i="0" dirty="0">
                <a:solidFill>
                  <a:srgbClr val="16202B"/>
                </a:solidFill>
                <a:latin typeface="Segoe UI"/>
              </a:rPr>
              <a:t>.</a:t>
            </a:r>
          </a:p>
        </p:txBody>
      </p:sp>
      <p:graphicFrame>
        <p:nvGraphicFramePr>
          <p:cNvPr id="6" name="Chart 5"/>
          <p:cNvGraphicFramePr>
            <a:graphicFrameLocks noGrp="1"/>
          </p:cNvGraphicFramePr>
          <p:nvPr/>
        </p:nvGraphicFramePr>
        <p:xfrm>
          <a:off x="5989320" y="1783080"/>
          <a:ext cx="553212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5989320" y="5166360"/>
            <a:ext cx="5532120" cy="822960"/>
          </a:xfrm>
          <a:prstGeom prst="rect">
            <a:avLst/>
          </a:prstGeom>
          <a:noFill/>
        </p:spPr>
        <p:txBody>
          <a:bodyPr wrap="square" lIns="0" tIns="0" rIns="0" bIns="0" anchor="t">
            <a:spAutoFit/>
          </a:bodyPr>
          <a:lstStyle/>
          <a:p>
            <a:r>
              <a:rPr sz="1150" b="0" i="1">
                <a:solidFill>
                  <a:srgbClr val="5B6B7C"/>
                </a:solidFill>
                <a:latin typeface="Segoe UI"/>
              </a:rPr>
              <a:t>Ví dụ: độ tự tin thô 50% thực ra chỉ tương ứng ~17% khả năng đúng thật — cho thấy độ tự tin thô của mô hình bị "thổi phồng" khi gặp dữ liệu lạ.</a:t>
            </a:r>
          </a:p>
        </p:txBody>
      </p:sp>
      <p:sp>
        <p:nvSpPr>
          <p:cNvPr id="8" name="TextBox 7"/>
          <p:cNvSpPr txBox="1"/>
          <p:nvPr/>
        </p:nvSpPr>
        <p:spPr>
          <a:xfrm>
            <a:off x="685800" y="6446520"/>
            <a:ext cx="1828800" cy="320040"/>
          </a:xfrm>
          <a:prstGeom prst="rect">
            <a:avLst/>
          </a:prstGeom>
          <a:noFill/>
        </p:spPr>
        <p:txBody>
          <a:bodyPr wrap="square" lIns="0" tIns="0" rIns="0" bIns="0" anchor="t">
            <a:spAutoFit/>
          </a:bodyPr>
          <a:lstStyle/>
          <a:p>
            <a:r>
              <a:rPr sz="1000" b="0" i="0" spc="60">
                <a:solidFill>
                  <a:srgbClr val="5B6B7C"/>
                </a:solidFill>
                <a:latin typeface="Consolas"/>
              </a:rPr>
              <a:t>05 / 08</a:t>
            </a:r>
          </a:p>
        </p:txBody>
      </p:sp>
      <p:cxnSp>
        <p:nvCxnSpPr>
          <p:cNvPr id="9" name="Connector 8"/>
          <p:cNvCxnSpPr/>
          <p:nvPr/>
        </p:nvCxnSpPr>
        <p:spPr>
          <a:xfrm>
            <a:off x="685800" y="6382512"/>
            <a:ext cx="10820095" cy="0"/>
          </a:xfrm>
          <a:prstGeom prst="line">
            <a:avLst/>
          </a:prstGeom>
          <a:ln w="9525">
            <a:solidFill>
              <a:srgbClr val="D6E0E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502920"/>
            <a:ext cx="9144000" cy="365760"/>
          </a:xfrm>
          <a:prstGeom prst="rect">
            <a:avLst/>
          </a:prstGeom>
          <a:noFill/>
        </p:spPr>
        <p:txBody>
          <a:bodyPr wrap="square" lIns="0" tIns="0" rIns="0" bIns="0" anchor="t">
            <a:spAutoFit/>
          </a:bodyPr>
          <a:lstStyle/>
          <a:p>
            <a:r>
              <a:rPr sz="1200" b="1" i="0" spc="120">
                <a:solidFill>
                  <a:srgbClr val="0E8F82"/>
                </a:solidFill>
                <a:latin typeface="Consolas"/>
              </a:rPr>
              <a:t>CƠ SỞ LÝ THUYẾT · 1/2</a:t>
            </a:r>
          </a:p>
        </p:txBody>
      </p:sp>
      <p:cxnSp>
        <p:nvCxnSpPr>
          <p:cNvPr id="5" name="Connector 4"/>
          <p:cNvCxnSpPr/>
          <p:nvPr/>
        </p:nvCxnSpPr>
        <p:spPr>
          <a:xfrm>
            <a:off x="685800" y="6382512"/>
            <a:ext cx="10820095" cy="0"/>
          </a:xfrm>
          <a:prstGeom prst="line">
            <a:avLst/>
          </a:prstGeom>
          <a:ln w="9525">
            <a:solidFill>
              <a:srgbClr val="D6E0E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868680"/>
            <a:ext cx="10607040" cy="1005840"/>
          </a:xfrm>
          <a:prstGeom prst="rect">
            <a:avLst/>
          </a:prstGeom>
          <a:noFill/>
        </p:spPr>
        <p:txBody>
          <a:bodyPr wrap="square" lIns="0" tIns="0" rIns="0" bIns="0" anchor="t">
            <a:spAutoFit/>
          </a:bodyPr>
          <a:lstStyle/>
          <a:p>
            <a:r>
              <a:rPr sz="2700" b="1" i="0" dirty="0" err="1">
                <a:solidFill>
                  <a:srgbClr val="16202B"/>
                </a:solidFill>
                <a:latin typeface="Segoe UI"/>
              </a:rPr>
              <a:t>Biến</a:t>
            </a:r>
            <a:r>
              <a:rPr sz="2700" b="1" i="0" dirty="0">
                <a:solidFill>
                  <a:srgbClr val="16202B"/>
                </a:solidFill>
                <a:latin typeface="Segoe UI"/>
              </a:rPr>
              <a:t> </a:t>
            </a:r>
            <a:r>
              <a:rPr sz="2700" b="1" i="0" dirty="0" err="1">
                <a:solidFill>
                  <a:srgbClr val="16202B"/>
                </a:solidFill>
                <a:latin typeface="Segoe UI"/>
              </a:rPr>
              <a:t>độ</a:t>
            </a:r>
            <a:r>
              <a:rPr sz="2700" b="1" i="0" dirty="0">
                <a:solidFill>
                  <a:srgbClr val="16202B"/>
                </a:solidFill>
                <a:latin typeface="Segoe UI"/>
              </a:rPr>
              <a:t> </a:t>
            </a:r>
            <a:r>
              <a:rPr sz="2700" b="1" i="0" dirty="0" err="1">
                <a:solidFill>
                  <a:srgbClr val="16202B"/>
                </a:solidFill>
                <a:latin typeface="Segoe UI"/>
              </a:rPr>
              <a:t>tự</a:t>
            </a:r>
            <a:r>
              <a:rPr sz="2700" b="1" i="0" dirty="0">
                <a:solidFill>
                  <a:srgbClr val="16202B"/>
                </a:solidFill>
                <a:latin typeface="Segoe UI"/>
              </a:rPr>
              <a:t> tin </a:t>
            </a:r>
            <a:r>
              <a:rPr sz="2700" b="1" i="0" dirty="0" err="1">
                <a:solidFill>
                  <a:srgbClr val="16202B"/>
                </a:solidFill>
                <a:latin typeface="Segoe UI"/>
              </a:rPr>
              <a:t>thô</a:t>
            </a:r>
            <a:r>
              <a:rPr sz="2700" b="1" i="0" dirty="0">
                <a:solidFill>
                  <a:srgbClr val="16202B"/>
                </a:solidFill>
                <a:latin typeface="Segoe UI"/>
              </a:rPr>
              <a:t> </a:t>
            </a:r>
            <a:r>
              <a:rPr sz="2700" b="1" i="0" dirty="0" err="1">
                <a:solidFill>
                  <a:srgbClr val="16202B"/>
                </a:solidFill>
                <a:latin typeface="Segoe UI"/>
              </a:rPr>
              <a:t>thành</a:t>
            </a:r>
            <a:r>
              <a:rPr sz="2700" b="1" i="0" dirty="0">
                <a:solidFill>
                  <a:srgbClr val="16202B"/>
                </a:solidFill>
                <a:latin typeface="Segoe UI"/>
              </a:rPr>
              <a:t> </a:t>
            </a:r>
            <a:r>
              <a:rPr sz="2700" b="1" i="0" dirty="0" err="1">
                <a:solidFill>
                  <a:srgbClr val="16202B"/>
                </a:solidFill>
                <a:latin typeface="Segoe UI"/>
              </a:rPr>
              <a:t>xác</a:t>
            </a:r>
            <a:r>
              <a:rPr sz="2700" b="1" i="0" dirty="0">
                <a:solidFill>
                  <a:srgbClr val="16202B"/>
                </a:solidFill>
                <a:latin typeface="Segoe UI"/>
              </a:rPr>
              <a:t> </a:t>
            </a:r>
            <a:r>
              <a:rPr sz="2700" b="1" i="0" dirty="0" err="1">
                <a:solidFill>
                  <a:srgbClr val="16202B"/>
                </a:solidFill>
                <a:latin typeface="Segoe UI"/>
              </a:rPr>
              <a:t>suất</a:t>
            </a:r>
            <a:r>
              <a:rPr sz="2700" b="1" i="0" dirty="0">
                <a:solidFill>
                  <a:srgbClr val="16202B"/>
                </a:solidFill>
                <a:latin typeface="Segoe UI"/>
              </a:rPr>
              <a:t> </a:t>
            </a:r>
            <a:r>
              <a:rPr sz="2700" b="1" i="0" dirty="0" err="1">
                <a:solidFill>
                  <a:srgbClr val="16202B"/>
                </a:solidFill>
                <a:latin typeface="Segoe UI"/>
              </a:rPr>
              <a:t>đúng</a:t>
            </a:r>
            <a:r>
              <a:rPr sz="2700" b="1" i="0" dirty="0">
                <a:solidFill>
                  <a:srgbClr val="16202B"/>
                </a:solidFill>
                <a:latin typeface="Segoe UI"/>
              </a:rPr>
              <a:t> </a:t>
            </a:r>
            <a:r>
              <a:rPr sz="2700" b="1" i="0" dirty="0" err="1">
                <a:solidFill>
                  <a:srgbClr val="16202B"/>
                </a:solidFill>
                <a:latin typeface="Segoe UI"/>
              </a:rPr>
              <a:t>thực</a:t>
            </a:r>
            <a:r>
              <a:rPr sz="2700" b="1" i="0" dirty="0">
                <a:solidFill>
                  <a:srgbClr val="16202B"/>
                </a:solidFill>
                <a:latin typeface="Segoe UI"/>
              </a:rPr>
              <a:t> </a:t>
            </a:r>
            <a:r>
              <a:rPr sz="2700" b="1" i="0" dirty="0" err="1">
                <a:solidFill>
                  <a:srgbClr val="16202B"/>
                </a:solidFill>
                <a:latin typeface="Segoe UI"/>
              </a:rPr>
              <a:t>tế</a:t>
            </a:r>
            <a:endParaRPr sz="2700" b="1" i="0" dirty="0">
              <a:solidFill>
                <a:srgbClr val="16202B"/>
              </a:solidFill>
              <a:latin typeface="Segoe UI"/>
            </a:endParaRPr>
          </a:p>
        </p:txBody>
      </p:sp>
      <p:sp>
        <p:nvSpPr>
          <p:cNvPr id="7" name="Rounded Rectangle 6"/>
          <p:cNvSpPr/>
          <p:nvPr/>
        </p:nvSpPr>
        <p:spPr>
          <a:xfrm>
            <a:off x="685800" y="1965960"/>
            <a:ext cx="5806440" cy="1691640"/>
          </a:xfrm>
          <a:prstGeom prst="roundRect">
            <a:avLst>
              <a:gd name="adj" fmla="val 10000"/>
            </a:avLst>
          </a:prstGeom>
          <a:solidFill>
            <a:srgbClr val="FFFFFF"/>
          </a:solidFill>
          <a:ln w="12700">
            <a:solidFill>
              <a:srgbClr val="D6E0E8"/>
            </a:solidFill>
          </a:ln>
          <a:effectLst/>
        </p:spPr>
        <p:style>
          <a:lnRef idx="1">
            <a:schemeClr val="accent1"/>
          </a:lnRef>
          <a:fillRef idx="3">
            <a:schemeClr val="accent1"/>
          </a:fillRef>
          <a:effectRef idx="2">
            <a:schemeClr val="accent1"/>
          </a:effectRef>
          <a:fontRef idx="minor">
            <a:schemeClr val="lt1"/>
          </a:fontRef>
        </p:style>
        <p:txBody>
          <a:bodyPr wrap="square" lIns="292608" tIns="182880" rIns="292608" bIns="182880" rtlCol="0" anchor="ctr"/>
          <a:lstStyle/>
          <a:p>
            <a:pPr algn="ctr">
              <a:spcAft>
                <a:spcPts val="600"/>
              </a:spcAft>
            </a:pPr>
            <a:r>
              <a:rPr sz="1050" b="0" i="1" dirty="0">
                <a:solidFill>
                  <a:srgbClr val="5B6B7C"/>
                </a:solidFill>
                <a:latin typeface="Consolas"/>
              </a:rPr>
              <a:t>// </a:t>
            </a:r>
            <a:r>
              <a:rPr sz="1050" b="0" i="1" dirty="0" err="1">
                <a:solidFill>
                  <a:srgbClr val="5B6B7C"/>
                </a:solidFill>
                <a:latin typeface="Consolas"/>
              </a:rPr>
              <a:t>đổi</a:t>
            </a:r>
            <a:r>
              <a:rPr sz="1050" b="0" i="1" dirty="0">
                <a:solidFill>
                  <a:srgbClr val="5B6B7C"/>
                </a:solidFill>
                <a:latin typeface="Consolas"/>
              </a:rPr>
              <a:t> </a:t>
            </a:r>
            <a:r>
              <a:rPr sz="1050" b="0" i="1" dirty="0" err="1">
                <a:solidFill>
                  <a:srgbClr val="5B6B7C"/>
                </a:solidFill>
                <a:latin typeface="Consolas"/>
              </a:rPr>
              <a:t>độ</a:t>
            </a:r>
            <a:r>
              <a:rPr sz="1050" b="0" i="1" dirty="0">
                <a:solidFill>
                  <a:srgbClr val="5B6B7C"/>
                </a:solidFill>
                <a:latin typeface="Consolas"/>
              </a:rPr>
              <a:t> </a:t>
            </a:r>
            <a:r>
              <a:rPr sz="1050" b="0" i="1" dirty="0" err="1">
                <a:solidFill>
                  <a:srgbClr val="5B6B7C"/>
                </a:solidFill>
                <a:latin typeface="Consolas"/>
              </a:rPr>
              <a:t>tự</a:t>
            </a:r>
            <a:r>
              <a:rPr sz="1050" b="0" i="1" dirty="0">
                <a:solidFill>
                  <a:srgbClr val="5B6B7C"/>
                </a:solidFill>
                <a:latin typeface="Consolas"/>
              </a:rPr>
              <a:t> tin </a:t>
            </a:r>
            <a:r>
              <a:rPr sz="1050" b="0" i="1" dirty="0" err="1">
                <a:solidFill>
                  <a:srgbClr val="5B6B7C"/>
                </a:solidFill>
                <a:latin typeface="Consolas"/>
              </a:rPr>
              <a:t>thô</a:t>
            </a:r>
            <a:r>
              <a:rPr sz="1050" b="0" i="1" dirty="0">
                <a:solidFill>
                  <a:srgbClr val="5B6B7C"/>
                </a:solidFill>
                <a:latin typeface="Consolas"/>
              </a:rPr>
              <a:t> C(x) ∈ (0,1) </a:t>
            </a:r>
            <a:r>
              <a:rPr sz="1050" b="0" i="1" dirty="0" err="1">
                <a:solidFill>
                  <a:srgbClr val="5B6B7C"/>
                </a:solidFill>
                <a:latin typeface="Consolas"/>
              </a:rPr>
              <a:t>thành</a:t>
            </a:r>
            <a:r>
              <a:rPr sz="1050" b="0" i="1" dirty="0">
                <a:solidFill>
                  <a:srgbClr val="5B6B7C"/>
                </a:solidFill>
                <a:latin typeface="Consolas"/>
              </a:rPr>
              <a:t> 1 </a:t>
            </a:r>
            <a:r>
              <a:rPr sz="1050" b="0" i="1" dirty="0" err="1">
                <a:solidFill>
                  <a:srgbClr val="5B6B7C"/>
                </a:solidFill>
                <a:latin typeface="Consolas"/>
              </a:rPr>
              <a:t>số</a:t>
            </a:r>
            <a:r>
              <a:rPr sz="1050" b="0" i="1" dirty="0">
                <a:solidFill>
                  <a:srgbClr val="5B6B7C"/>
                </a:solidFill>
                <a:latin typeface="Consolas"/>
              </a:rPr>
              <a:t> </a:t>
            </a:r>
            <a:r>
              <a:rPr sz="1050" b="0" i="1" dirty="0" err="1">
                <a:solidFill>
                  <a:srgbClr val="5B6B7C"/>
                </a:solidFill>
                <a:latin typeface="Consolas"/>
              </a:rPr>
              <a:t>thực</a:t>
            </a:r>
            <a:r>
              <a:rPr sz="1050" b="0" i="1" dirty="0">
                <a:solidFill>
                  <a:srgbClr val="5B6B7C"/>
                </a:solidFill>
                <a:latin typeface="Consolas"/>
              </a:rPr>
              <a:t> </a:t>
            </a:r>
            <a:r>
              <a:rPr sz="1050" b="0" i="1" dirty="0" err="1">
                <a:solidFill>
                  <a:srgbClr val="5B6B7C"/>
                </a:solidFill>
                <a:latin typeface="Consolas"/>
              </a:rPr>
              <a:t>bất</a:t>
            </a:r>
            <a:r>
              <a:rPr sz="1050" b="0" i="1" dirty="0">
                <a:solidFill>
                  <a:srgbClr val="5B6B7C"/>
                </a:solidFill>
                <a:latin typeface="Consolas"/>
              </a:rPr>
              <a:t> </a:t>
            </a:r>
            <a:r>
              <a:rPr sz="1050" b="0" i="1" dirty="0" err="1">
                <a:solidFill>
                  <a:srgbClr val="5B6B7C"/>
                </a:solidFill>
                <a:latin typeface="Consolas"/>
              </a:rPr>
              <a:t>kỳ</a:t>
            </a:r>
            <a:endParaRPr sz="1050" b="0" i="1" dirty="0">
              <a:solidFill>
                <a:srgbClr val="5B6B7C"/>
              </a:solidFill>
              <a:latin typeface="Consolas"/>
            </a:endParaRPr>
          </a:p>
          <a:p>
            <a:pPr>
              <a:spcAft>
                <a:spcPts val="600"/>
              </a:spcAft>
            </a:pPr>
            <a:r>
              <a:rPr sz="1450" b="0" i="0" dirty="0">
                <a:solidFill>
                  <a:srgbClr val="16202B"/>
                </a:solidFill>
                <a:latin typeface="Consolas"/>
              </a:rPr>
              <a:t>z = logit(C(x)) = ln( C(x) / (1 − C(x)) )</a:t>
            </a:r>
          </a:p>
          <a:p>
            <a:pPr>
              <a:spcAft>
                <a:spcPts val="600"/>
              </a:spcAft>
            </a:pPr>
            <a:r>
              <a:rPr sz="1050" b="0" i="1" dirty="0">
                <a:solidFill>
                  <a:srgbClr val="5B6B7C"/>
                </a:solidFill>
                <a:latin typeface="Consolas"/>
              </a:rPr>
              <a:t>// </a:t>
            </a:r>
            <a:r>
              <a:rPr sz="1050" b="0" i="1" dirty="0" err="1">
                <a:solidFill>
                  <a:srgbClr val="5B6B7C"/>
                </a:solidFill>
                <a:latin typeface="Consolas"/>
              </a:rPr>
              <a:t>kéo</a:t>
            </a:r>
            <a:r>
              <a:rPr sz="1050" b="0" i="1" dirty="0">
                <a:solidFill>
                  <a:srgbClr val="5B6B7C"/>
                </a:solidFill>
                <a:latin typeface="Consolas"/>
              </a:rPr>
              <a:t>–</a:t>
            </a:r>
            <a:r>
              <a:rPr sz="1050" b="0" i="1" dirty="0" err="1">
                <a:solidFill>
                  <a:srgbClr val="5B6B7C"/>
                </a:solidFill>
                <a:latin typeface="Consolas"/>
              </a:rPr>
              <a:t>dịch</a:t>
            </a:r>
            <a:r>
              <a:rPr sz="1050" b="0" i="1" dirty="0">
                <a:solidFill>
                  <a:srgbClr val="5B6B7C"/>
                </a:solidFill>
                <a:latin typeface="Consolas"/>
              </a:rPr>
              <a:t> </a:t>
            </a:r>
            <a:r>
              <a:rPr sz="1050" b="0" i="1" dirty="0" err="1">
                <a:solidFill>
                  <a:srgbClr val="5B6B7C"/>
                </a:solidFill>
                <a:latin typeface="Consolas"/>
              </a:rPr>
              <a:t>tuyến</a:t>
            </a:r>
            <a:r>
              <a:rPr sz="1050" b="0" i="1" dirty="0">
                <a:solidFill>
                  <a:srgbClr val="5B6B7C"/>
                </a:solidFill>
                <a:latin typeface="Consolas"/>
              </a:rPr>
              <a:t> </a:t>
            </a:r>
            <a:r>
              <a:rPr sz="1050" b="0" i="1" dirty="0" err="1">
                <a:solidFill>
                  <a:srgbClr val="5B6B7C"/>
                </a:solidFill>
                <a:latin typeface="Consolas"/>
              </a:rPr>
              <a:t>tính</a:t>
            </a:r>
            <a:r>
              <a:rPr sz="1050" b="0" i="1" dirty="0">
                <a:solidFill>
                  <a:srgbClr val="5B6B7C"/>
                </a:solidFill>
                <a:latin typeface="Consolas"/>
              </a:rPr>
              <a:t> </a:t>
            </a:r>
            <a:r>
              <a:rPr sz="1050" b="0" i="1" dirty="0" err="1">
                <a:solidFill>
                  <a:srgbClr val="5B6B7C"/>
                </a:solidFill>
                <a:latin typeface="Consolas"/>
              </a:rPr>
              <a:t>rồi</a:t>
            </a:r>
            <a:r>
              <a:rPr sz="1050" b="0" i="1" dirty="0">
                <a:solidFill>
                  <a:srgbClr val="5B6B7C"/>
                </a:solidFill>
                <a:latin typeface="Consolas"/>
              </a:rPr>
              <a:t> </a:t>
            </a:r>
            <a:r>
              <a:rPr sz="1050" b="0" i="1" dirty="0" err="1">
                <a:solidFill>
                  <a:srgbClr val="5B6B7C"/>
                </a:solidFill>
                <a:latin typeface="Consolas"/>
              </a:rPr>
              <a:t>ép</a:t>
            </a:r>
            <a:r>
              <a:rPr sz="1050" b="0" i="1" dirty="0">
                <a:solidFill>
                  <a:srgbClr val="5B6B7C"/>
                </a:solidFill>
                <a:latin typeface="Consolas"/>
              </a:rPr>
              <a:t> </a:t>
            </a:r>
            <a:r>
              <a:rPr sz="1050" b="0" i="1" dirty="0" err="1">
                <a:solidFill>
                  <a:srgbClr val="5B6B7C"/>
                </a:solidFill>
                <a:latin typeface="Consolas"/>
              </a:rPr>
              <a:t>trở</a:t>
            </a:r>
            <a:r>
              <a:rPr sz="1050" b="0" i="1" dirty="0">
                <a:solidFill>
                  <a:srgbClr val="5B6B7C"/>
                </a:solidFill>
                <a:latin typeface="Consolas"/>
              </a:rPr>
              <a:t> </a:t>
            </a:r>
            <a:r>
              <a:rPr sz="1050" b="0" i="1" dirty="0" err="1">
                <a:solidFill>
                  <a:srgbClr val="5B6B7C"/>
                </a:solidFill>
                <a:latin typeface="Consolas"/>
              </a:rPr>
              <a:t>lại</a:t>
            </a:r>
            <a:r>
              <a:rPr sz="1050" b="0" i="1" dirty="0">
                <a:solidFill>
                  <a:srgbClr val="5B6B7C"/>
                </a:solidFill>
                <a:latin typeface="Consolas"/>
              </a:rPr>
              <a:t> </a:t>
            </a:r>
            <a:r>
              <a:rPr sz="1050" b="0" i="1" dirty="0" err="1">
                <a:solidFill>
                  <a:srgbClr val="5B6B7C"/>
                </a:solidFill>
                <a:latin typeface="Consolas"/>
              </a:rPr>
              <a:t>về</a:t>
            </a:r>
            <a:r>
              <a:rPr sz="1050" b="0" i="1" dirty="0">
                <a:solidFill>
                  <a:srgbClr val="5B6B7C"/>
                </a:solidFill>
                <a:latin typeface="Consolas"/>
              </a:rPr>
              <a:t> </a:t>
            </a:r>
            <a:r>
              <a:rPr sz="1050" b="0" i="1" dirty="0" err="1">
                <a:solidFill>
                  <a:srgbClr val="5B6B7C"/>
                </a:solidFill>
                <a:latin typeface="Consolas"/>
              </a:rPr>
              <a:t>khoảng</a:t>
            </a:r>
            <a:r>
              <a:rPr sz="1050" b="0" i="1" dirty="0">
                <a:solidFill>
                  <a:srgbClr val="5B6B7C"/>
                </a:solidFill>
                <a:latin typeface="Consolas"/>
              </a:rPr>
              <a:t> (0,1)</a:t>
            </a:r>
          </a:p>
          <a:p>
            <a:pPr>
              <a:spcAft>
                <a:spcPts val="600"/>
              </a:spcAft>
            </a:pPr>
            <a:r>
              <a:rPr sz="1450" b="0" i="0" dirty="0">
                <a:solidFill>
                  <a:srgbClr val="16202B"/>
                </a:solidFill>
                <a:latin typeface="Consolas"/>
              </a:rPr>
              <a:t>p̂ = sigmoid( </a:t>
            </a:r>
            <a:r>
              <a:rPr sz="1450" b="0" i="0" dirty="0" err="1">
                <a:solidFill>
                  <a:srgbClr val="16202B"/>
                </a:solidFill>
                <a:latin typeface="Consolas"/>
              </a:rPr>
              <a:t>a·z</a:t>
            </a:r>
            <a:r>
              <a:rPr sz="1450" b="0" i="0" dirty="0">
                <a:solidFill>
                  <a:srgbClr val="16202B"/>
                </a:solidFill>
                <a:latin typeface="Consolas"/>
              </a:rPr>
              <a:t> + b )</a:t>
            </a:r>
          </a:p>
        </p:txBody>
      </p:sp>
      <p:sp>
        <p:nvSpPr>
          <p:cNvPr id="8" name="TextBox 7"/>
          <p:cNvSpPr txBox="1"/>
          <p:nvPr/>
        </p:nvSpPr>
        <p:spPr>
          <a:xfrm>
            <a:off x="685800" y="3886200"/>
            <a:ext cx="5806440" cy="3200400"/>
          </a:xfrm>
          <a:prstGeom prst="rect">
            <a:avLst/>
          </a:prstGeom>
          <a:noFill/>
        </p:spPr>
        <p:txBody>
          <a:bodyPr wrap="square" lIns="0" tIns="0" rIns="0" bIns="0" anchor="t">
            <a:spAutoFit/>
          </a:bodyPr>
          <a:lstStyle/>
          <a:p>
            <a:pPr>
              <a:spcAft>
                <a:spcPts val="1584"/>
              </a:spcAft>
            </a:pPr>
            <a:r>
              <a:rPr sz="700" b="0" i="0" dirty="0">
                <a:solidFill>
                  <a:srgbClr val="0E8F82"/>
                </a:solidFill>
                <a:latin typeface="Segoe UI"/>
              </a:rPr>
              <a:t>⬤  </a:t>
            </a:r>
            <a:r>
              <a:rPr sz="1300" b="0" i="0" dirty="0">
                <a:solidFill>
                  <a:srgbClr val="16202B"/>
                </a:solidFill>
                <a:latin typeface="Segoe UI"/>
              </a:rPr>
              <a:t>a (</a:t>
            </a:r>
            <a:r>
              <a:rPr sz="1300" b="0" i="0" dirty="0" err="1">
                <a:solidFill>
                  <a:srgbClr val="16202B"/>
                </a:solidFill>
                <a:latin typeface="Segoe UI"/>
              </a:rPr>
              <a:t>độ</a:t>
            </a:r>
            <a:r>
              <a:rPr sz="1300" b="0" i="0" dirty="0">
                <a:solidFill>
                  <a:srgbClr val="16202B"/>
                </a:solidFill>
                <a:latin typeface="Segoe UI"/>
              </a:rPr>
              <a:t> </a:t>
            </a:r>
            <a:r>
              <a:rPr sz="1300" b="0" i="0" dirty="0" err="1">
                <a:solidFill>
                  <a:srgbClr val="16202B"/>
                </a:solidFill>
                <a:latin typeface="Segoe UI"/>
              </a:rPr>
              <a:t>dốc</a:t>
            </a:r>
            <a:r>
              <a:rPr sz="1300" b="0" i="0" dirty="0">
                <a:solidFill>
                  <a:srgbClr val="16202B"/>
                </a:solidFill>
                <a:latin typeface="Segoe UI"/>
              </a:rPr>
              <a:t>): </a:t>
            </a:r>
            <a:r>
              <a:rPr sz="1300" b="0" i="0" dirty="0" err="1">
                <a:solidFill>
                  <a:srgbClr val="16202B"/>
                </a:solidFill>
                <a:latin typeface="Segoe UI"/>
              </a:rPr>
              <a:t>quyết</a:t>
            </a:r>
            <a:r>
              <a:rPr sz="1300" b="0" i="0" dirty="0">
                <a:solidFill>
                  <a:srgbClr val="16202B"/>
                </a:solidFill>
                <a:latin typeface="Segoe UI"/>
              </a:rPr>
              <a:t> </a:t>
            </a:r>
            <a:r>
              <a:rPr sz="1300" b="0" i="0" dirty="0" err="1">
                <a:solidFill>
                  <a:srgbClr val="16202B"/>
                </a:solidFill>
                <a:latin typeface="Segoe UI"/>
              </a:rPr>
              <a:t>định</a:t>
            </a:r>
            <a:r>
              <a:rPr sz="1300" b="0" i="0" dirty="0">
                <a:solidFill>
                  <a:srgbClr val="16202B"/>
                </a:solidFill>
                <a:latin typeface="Segoe UI"/>
              </a:rPr>
              <a:t> </a:t>
            </a:r>
            <a:r>
              <a:rPr sz="1300" b="0" i="0" dirty="0" err="1">
                <a:solidFill>
                  <a:srgbClr val="16202B"/>
                </a:solidFill>
                <a:latin typeface="Segoe UI"/>
              </a:rPr>
              <a:t>phép</a:t>
            </a:r>
            <a:r>
              <a:rPr sz="1300" b="0" i="0" dirty="0">
                <a:solidFill>
                  <a:srgbClr val="16202B"/>
                </a:solidFill>
                <a:latin typeface="Segoe UI"/>
              </a:rPr>
              <a:t> </a:t>
            </a:r>
            <a:r>
              <a:rPr sz="1300" b="0" i="0" dirty="0" err="1">
                <a:solidFill>
                  <a:srgbClr val="16202B"/>
                </a:solidFill>
                <a:latin typeface="Segoe UI"/>
              </a:rPr>
              <a:t>sửa</a:t>
            </a:r>
            <a:r>
              <a:rPr sz="1300" b="0" i="0" dirty="0">
                <a:solidFill>
                  <a:srgbClr val="16202B"/>
                </a:solidFill>
                <a:latin typeface="Segoe UI"/>
              </a:rPr>
              <a:t> </a:t>
            </a:r>
            <a:r>
              <a:rPr sz="1300" b="0" i="0" dirty="0" err="1">
                <a:solidFill>
                  <a:srgbClr val="16202B"/>
                </a:solidFill>
                <a:latin typeface="Segoe UI"/>
              </a:rPr>
              <a:t>mạnh</a:t>
            </a:r>
            <a:r>
              <a:rPr sz="1300" b="0" i="0" dirty="0">
                <a:solidFill>
                  <a:srgbClr val="16202B"/>
                </a:solidFill>
                <a:latin typeface="Segoe UI"/>
              </a:rPr>
              <a:t> hay </a:t>
            </a:r>
            <a:r>
              <a:rPr sz="1300" b="0" i="0" dirty="0" err="1">
                <a:solidFill>
                  <a:srgbClr val="16202B"/>
                </a:solidFill>
                <a:latin typeface="Segoe UI"/>
              </a:rPr>
              <a:t>nhẹ</a:t>
            </a:r>
            <a:r>
              <a:rPr sz="1300" b="0" i="0" dirty="0">
                <a:solidFill>
                  <a:srgbClr val="16202B"/>
                </a:solidFill>
                <a:latin typeface="Segoe UI"/>
              </a:rPr>
              <a:t> — a </a:t>
            </a:r>
            <a:r>
              <a:rPr sz="1300" b="0" i="0" dirty="0" err="1">
                <a:solidFill>
                  <a:srgbClr val="16202B"/>
                </a:solidFill>
                <a:latin typeface="Segoe UI"/>
              </a:rPr>
              <a:t>lớn</a:t>
            </a:r>
            <a:r>
              <a:rPr sz="1300" b="0" i="0" dirty="0">
                <a:solidFill>
                  <a:srgbClr val="16202B"/>
                </a:solidFill>
                <a:latin typeface="Segoe UI"/>
              </a:rPr>
              <a:t> </a:t>
            </a:r>
            <a:r>
              <a:rPr sz="1300" b="0" i="0" dirty="0" err="1">
                <a:solidFill>
                  <a:srgbClr val="16202B"/>
                </a:solidFill>
                <a:latin typeface="Segoe UI"/>
              </a:rPr>
              <a:t>thì</a:t>
            </a:r>
            <a:r>
              <a:rPr sz="1300" b="0" i="0" dirty="0">
                <a:solidFill>
                  <a:srgbClr val="16202B"/>
                </a:solidFill>
                <a:latin typeface="Segoe UI"/>
              </a:rPr>
              <a:t> </a:t>
            </a:r>
            <a:r>
              <a:rPr sz="1300" b="0" i="0" dirty="0" err="1">
                <a:solidFill>
                  <a:srgbClr val="16202B"/>
                </a:solidFill>
                <a:latin typeface="Segoe UI"/>
              </a:rPr>
              <a:t>chỉ</a:t>
            </a:r>
            <a:r>
              <a:rPr sz="1300" b="0" i="0" dirty="0">
                <a:solidFill>
                  <a:srgbClr val="16202B"/>
                </a:solidFill>
                <a:latin typeface="Segoe UI"/>
              </a:rPr>
              <a:t> </a:t>
            </a:r>
            <a:r>
              <a:rPr sz="1300" b="0" i="0" dirty="0" err="1">
                <a:solidFill>
                  <a:srgbClr val="16202B"/>
                </a:solidFill>
                <a:latin typeface="Segoe UI"/>
              </a:rPr>
              <a:t>cần</a:t>
            </a:r>
            <a:r>
              <a:rPr sz="1300" b="0" i="0" dirty="0">
                <a:solidFill>
                  <a:srgbClr val="16202B"/>
                </a:solidFill>
                <a:latin typeface="Segoe UI"/>
              </a:rPr>
              <a:t> </a:t>
            </a:r>
            <a:r>
              <a:rPr sz="1300" b="0" i="0" dirty="0" err="1">
                <a:solidFill>
                  <a:srgbClr val="16202B"/>
                </a:solidFill>
                <a:latin typeface="Segoe UI"/>
              </a:rPr>
              <a:t>độ</a:t>
            </a:r>
            <a:r>
              <a:rPr sz="1300" b="0" i="0" dirty="0">
                <a:solidFill>
                  <a:srgbClr val="16202B"/>
                </a:solidFill>
                <a:latin typeface="Segoe UI"/>
              </a:rPr>
              <a:t> </a:t>
            </a:r>
            <a:r>
              <a:rPr sz="1300" b="0" i="0" dirty="0" err="1">
                <a:solidFill>
                  <a:srgbClr val="16202B"/>
                </a:solidFill>
                <a:latin typeface="Segoe UI"/>
              </a:rPr>
              <a:t>tự</a:t>
            </a:r>
            <a:r>
              <a:rPr sz="1300" b="0" i="0" dirty="0">
                <a:solidFill>
                  <a:srgbClr val="16202B"/>
                </a:solidFill>
                <a:latin typeface="Segoe UI"/>
              </a:rPr>
              <a:t> tin </a:t>
            </a:r>
            <a:r>
              <a:rPr sz="1300" b="0" i="0" dirty="0" err="1">
                <a:solidFill>
                  <a:srgbClr val="16202B"/>
                </a:solidFill>
                <a:latin typeface="Segoe UI"/>
              </a:rPr>
              <a:t>thay</a:t>
            </a:r>
            <a:r>
              <a:rPr sz="1300" b="0" i="0" dirty="0">
                <a:solidFill>
                  <a:srgbClr val="16202B"/>
                </a:solidFill>
                <a:latin typeface="Segoe UI"/>
              </a:rPr>
              <a:t> </a:t>
            </a:r>
            <a:r>
              <a:rPr sz="1300" b="0" i="0" dirty="0" err="1">
                <a:solidFill>
                  <a:srgbClr val="16202B"/>
                </a:solidFill>
                <a:latin typeface="Segoe UI"/>
              </a:rPr>
              <a:t>đổi</a:t>
            </a:r>
            <a:r>
              <a:rPr sz="1300" b="0" i="0" dirty="0">
                <a:solidFill>
                  <a:srgbClr val="16202B"/>
                </a:solidFill>
                <a:latin typeface="Segoe UI"/>
              </a:rPr>
              <a:t> </a:t>
            </a:r>
            <a:r>
              <a:rPr sz="1300" b="0" i="0" dirty="0" err="1">
                <a:solidFill>
                  <a:srgbClr val="16202B"/>
                </a:solidFill>
                <a:latin typeface="Segoe UI"/>
              </a:rPr>
              <a:t>một</a:t>
            </a:r>
            <a:r>
              <a:rPr sz="1300" b="0" i="0" dirty="0">
                <a:solidFill>
                  <a:srgbClr val="16202B"/>
                </a:solidFill>
                <a:latin typeface="Segoe UI"/>
              </a:rPr>
              <a:t> </a:t>
            </a:r>
            <a:r>
              <a:rPr sz="1300" b="0" i="0" dirty="0" err="1">
                <a:solidFill>
                  <a:srgbClr val="16202B"/>
                </a:solidFill>
                <a:latin typeface="Segoe UI"/>
              </a:rPr>
              <a:t>chút</a:t>
            </a:r>
            <a:r>
              <a:rPr sz="1300" b="0" i="0" dirty="0">
                <a:solidFill>
                  <a:srgbClr val="16202B"/>
                </a:solidFill>
                <a:latin typeface="Segoe UI"/>
              </a:rPr>
              <a:t>, </a:t>
            </a:r>
            <a:r>
              <a:rPr sz="1300" b="0" i="0" dirty="0" err="1">
                <a:solidFill>
                  <a:srgbClr val="16202B"/>
                </a:solidFill>
                <a:latin typeface="Segoe UI"/>
              </a:rPr>
              <a:t>xác</a:t>
            </a:r>
            <a:r>
              <a:rPr sz="1300" b="0" i="0" dirty="0">
                <a:solidFill>
                  <a:srgbClr val="16202B"/>
                </a:solidFill>
                <a:latin typeface="Segoe UI"/>
              </a:rPr>
              <a:t> </a:t>
            </a:r>
            <a:r>
              <a:rPr sz="1300" b="0" i="0" dirty="0" err="1">
                <a:solidFill>
                  <a:srgbClr val="16202B"/>
                </a:solidFill>
                <a:latin typeface="Segoe UI"/>
              </a:rPr>
              <a:t>suất</a:t>
            </a:r>
            <a:r>
              <a:rPr sz="1300" b="0" i="0" dirty="0">
                <a:solidFill>
                  <a:srgbClr val="16202B"/>
                </a:solidFill>
                <a:latin typeface="Segoe UI"/>
              </a:rPr>
              <a:t> </a:t>
            </a:r>
            <a:r>
              <a:rPr sz="1300" b="0" i="0" dirty="0" err="1">
                <a:solidFill>
                  <a:srgbClr val="16202B"/>
                </a:solidFill>
                <a:latin typeface="Segoe UI"/>
              </a:rPr>
              <a:t>đã</a:t>
            </a:r>
            <a:r>
              <a:rPr sz="1300" b="0" i="0" dirty="0">
                <a:solidFill>
                  <a:srgbClr val="16202B"/>
                </a:solidFill>
                <a:latin typeface="Segoe UI"/>
              </a:rPr>
              <a:t> </a:t>
            </a:r>
            <a:r>
              <a:rPr sz="1300" b="0" i="0" dirty="0" err="1">
                <a:solidFill>
                  <a:srgbClr val="16202B"/>
                </a:solidFill>
                <a:latin typeface="Segoe UI"/>
              </a:rPr>
              <a:t>hiệu</a:t>
            </a:r>
            <a:r>
              <a:rPr sz="1300" b="0" i="0" dirty="0">
                <a:solidFill>
                  <a:srgbClr val="16202B"/>
                </a:solidFill>
                <a:latin typeface="Segoe UI"/>
              </a:rPr>
              <a:t> </a:t>
            </a:r>
            <a:r>
              <a:rPr sz="1300" b="0" i="0" dirty="0" err="1">
                <a:solidFill>
                  <a:srgbClr val="16202B"/>
                </a:solidFill>
                <a:latin typeface="Segoe UI"/>
              </a:rPr>
              <a:t>chỉnh</a:t>
            </a:r>
            <a:r>
              <a:rPr sz="1300" b="0" i="0" dirty="0">
                <a:solidFill>
                  <a:srgbClr val="16202B"/>
                </a:solidFill>
                <a:latin typeface="Segoe UI"/>
              </a:rPr>
              <a:t> </a:t>
            </a:r>
            <a:r>
              <a:rPr sz="1300" b="0" i="0" dirty="0" err="1">
                <a:solidFill>
                  <a:srgbClr val="16202B"/>
                </a:solidFill>
                <a:latin typeface="Segoe UI"/>
              </a:rPr>
              <a:t>đã</a:t>
            </a:r>
            <a:r>
              <a:rPr sz="1300" b="0" i="0" dirty="0">
                <a:solidFill>
                  <a:srgbClr val="16202B"/>
                </a:solidFill>
                <a:latin typeface="Segoe UI"/>
              </a:rPr>
              <a:t> </a:t>
            </a:r>
            <a:r>
              <a:rPr sz="1300" b="0" i="0" dirty="0" err="1">
                <a:solidFill>
                  <a:srgbClr val="16202B"/>
                </a:solidFill>
                <a:latin typeface="Segoe UI"/>
              </a:rPr>
              <a:t>nhảy</a:t>
            </a:r>
            <a:r>
              <a:rPr sz="1300" b="0" i="0" dirty="0">
                <a:solidFill>
                  <a:srgbClr val="16202B"/>
                </a:solidFill>
                <a:latin typeface="Segoe UI"/>
              </a:rPr>
              <a:t> </a:t>
            </a:r>
            <a:r>
              <a:rPr sz="1300" b="0" i="0" dirty="0" err="1">
                <a:solidFill>
                  <a:srgbClr val="16202B"/>
                </a:solidFill>
                <a:latin typeface="Segoe UI"/>
              </a:rPr>
              <a:t>vọt</a:t>
            </a:r>
            <a:r>
              <a:rPr sz="1300" b="0" i="0" dirty="0">
                <a:solidFill>
                  <a:srgbClr val="16202B"/>
                </a:solidFill>
                <a:latin typeface="Segoe UI"/>
              </a:rPr>
              <a:t>.</a:t>
            </a:r>
          </a:p>
          <a:p>
            <a:pPr>
              <a:spcAft>
                <a:spcPts val="1584"/>
              </a:spcAft>
            </a:pPr>
            <a:r>
              <a:rPr sz="700" b="0" i="0" dirty="0">
                <a:solidFill>
                  <a:srgbClr val="0E8F82"/>
                </a:solidFill>
                <a:latin typeface="Segoe UI"/>
              </a:rPr>
              <a:t>⬤  </a:t>
            </a:r>
            <a:r>
              <a:rPr sz="1300" b="0" i="0" dirty="0">
                <a:solidFill>
                  <a:srgbClr val="16202B"/>
                </a:solidFill>
                <a:latin typeface="Segoe UI"/>
              </a:rPr>
              <a:t>b (</a:t>
            </a:r>
            <a:r>
              <a:rPr sz="1300" b="0" i="0" dirty="0" err="1">
                <a:solidFill>
                  <a:srgbClr val="16202B"/>
                </a:solidFill>
                <a:latin typeface="Segoe UI"/>
              </a:rPr>
              <a:t>độ</a:t>
            </a:r>
            <a:r>
              <a:rPr sz="1300" b="0" i="0" dirty="0">
                <a:solidFill>
                  <a:srgbClr val="16202B"/>
                </a:solidFill>
                <a:latin typeface="Segoe UI"/>
              </a:rPr>
              <a:t> </a:t>
            </a:r>
            <a:r>
              <a:rPr sz="1300" b="0" i="0" dirty="0" err="1">
                <a:solidFill>
                  <a:srgbClr val="16202B"/>
                </a:solidFill>
                <a:latin typeface="Segoe UI"/>
              </a:rPr>
              <a:t>lệch</a:t>
            </a:r>
            <a:r>
              <a:rPr sz="1300" b="0" i="0" dirty="0">
                <a:solidFill>
                  <a:srgbClr val="16202B"/>
                </a:solidFill>
                <a:latin typeface="Segoe UI"/>
              </a:rPr>
              <a:t>): </a:t>
            </a:r>
            <a:r>
              <a:rPr sz="1300" b="0" i="0" dirty="0" err="1">
                <a:solidFill>
                  <a:srgbClr val="16202B"/>
                </a:solidFill>
                <a:latin typeface="Segoe UI"/>
              </a:rPr>
              <a:t>dịch</a:t>
            </a:r>
            <a:r>
              <a:rPr sz="1300" b="0" i="0" dirty="0">
                <a:solidFill>
                  <a:srgbClr val="16202B"/>
                </a:solidFill>
                <a:latin typeface="Segoe UI"/>
              </a:rPr>
              <a:t> </a:t>
            </a:r>
            <a:r>
              <a:rPr sz="1300" b="0" i="0" dirty="0" err="1">
                <a:solidFill>
                  <a:srgbClr val="16202B"/>
                </a:solidFill>
                <a:latin typeface="Segoe UI"/>
              </a:rPr>
              <a:t>cả</a:t>
            </a:r>
            <a:r>
              <a:rPr sz="1300" b="0" i="0" dirty="0">
                <a:solidFill>
                  <a:srgbClr val="16202B"/>
                </a:solidFill>
                <a:latin typeface="Segoe UI"/>
              </a:rPr>
              <a:t> </a:t>
            </a:r>
            <a:r>
              <a:rPr sz="1300" b="0" i="0" dirty="0" err="1">
                <a:solidFill>
                  <a:srgbClr val="16202B"/>
                </a:solidFill>
                <a:latin typeface="Segoe UI"/>
              </a:rPr>
              <a:t>đường</a:t>
            </a:r>
            <a:r>
              <a:rPr sz="1300" b="0" i="0" dirty="0">
                <a:solidFill>
                  <a:srgbClr val="16202B"/>
                </a:solidFill>
                <a:latin typeface="Segoe UI"/>
              </a:rPr>
              <a:t> </a:t>
            </a:r>
            <a:r>
              <a:rPr sz="1300" b="0" i="0" dirty="0" err="1">
                <a:solidFill>
                  <a:srgbClr val="16202B"/>
                </a:solidFill>
                <a:latin typeface="Segoe UI"/>
              </a:rPr>
              <a:t>cong</a:t>
            </a:r>
            <a:r>
              <a:rPr sz="1300" b="0" i="0" dirty="0">
                <a:solidFill>
                  <a:srgbClr val="16202B"/>
                </a:solidFill>
                <a:latin typeface="Segoe UI"/>
              </a:rPr>
              <a:t> </a:t>
            </a:r>
            <a:r>
              <a:rPr sz="1300" b="0" i="0" dirty="0" err="1">
                <a:solidFill>
                  <a:srgbClr val="16202B"/>
                </a:solidFill>
                <a:latin typeface="Segoe UI"/>
              </a:rPr>
              <a:t>lên</a:t>
            </a:r>
            <a:r>
              <a:rPr sz="1300" b="0" i="0" dirty="0">
                <a:solidFill>
                  <a:srgbClr val="16202B"/>
                </a:solidFill>
                <a:latin typeface="Segoe UI"/>
              </a:rPr>
              <a:t>/</a:t>
            </a:r>
            <a:r>
              <a:rPr sz="1300" b="0" i="0" dirty="0" err="1">
                <a:solidFill>
                  <a:srgbClr val="16202B"/>
                </a:solidFill>
                <a:latin typeface="Segoe UI"/>
              </a:rPr>
              <a:t>xuống</a:t>
            </a:r>
            <a:r>
              <a:rPr sz="1300" b="0" i="0" dirty="0">
                <a:solidFill>
                  <a:srgbClr val="16202B"/>
                </a:solidFill>
                <a:latin typeface="Segoe UI"/>
              </a:rPr>
              <a:t> — b </a:t>
            </a:r>
            <a:r>
              <a:rPr sz="1300" b="0" i="0" dirty="0" err="1">
                <a:solidFill>
                  <a:srgbClr val="16202B"/>
                </a:solidFill>
                <a:latin typeface="Segoe UI"/>
              </a:rPr>
              <a:t>âm</a:t>
            </a:r>
            <a:r>
              <a:rPr sz="1300" b="0" i="0" dirty="0">
                <a:solidFill>
                  <a:srgbClr val="16202B"/>
                </a:solidFill>
                <a:latin typeface="Segoe UI"/>
              </a:rPr>
              <a:t> </a:t>
            </a:r>
            <a:r>
              <a:rPr sz="1300" b="0" i="0" dirty="0" err="1">
                <a:solidFill>
                  <a:srgbClr val="16202B"/>
                </a:solidFill>
                <a:latin typeface="Segoe UI"/>
              </a:rPr>
              <a:t>nghĩa</a:t>
            </a:r>
            <a:r>
              <a:rPr sz="1300" b="0" i="0" dirty="0">
                <a:solidFill>
                  <a:srgbClr val="16202B"/>
                </a:solidFill>
                <a:latin typeface="Segoe UI"/>
              </a:rPr>
              <a:t> </a:t>
            </a:r>
            <a:r>
              <a:rPr sz="1300" b="0" i="0" dirty="0" err="1">
                <a:solidFill>
                  <a:srgbClr val="16202B"/>
                </a:solidFill>
                <a:latin typeface="Segoe UI"/>
              </a:rPr>
              <a:t>là</a:t>
            </a:r>
            <a:r>
              <a:rPr sz="1300" b="0" i="0" dirty="0">
                <a:solidFill>
                  <a:srgbClr val="16202B"/>
                </a:solidFill>
                <a:latin typeface="Segoe UI"/>
              </a:rPr>
              <a:t> </a:t>
            </a:r>
            <a:r>
              <a:rPr sz="1300" b="0" i="0" dirty="0" err="1">
                <a:solidFill>
                  <a:srgbClr val="16202B"/>
                </a:solidFill>
                <a:latin typeface="Segoe UI"/>
              </a:rPr>
              <a:t>độ</a:t>
            </a:r>
            <a:r>
              <a:rPr sz="1300" b="0" i="0" dirty="0">
                <a:solidFill>
                  <a:srgbClr val="16202B"/>
                </a:solidFill>
                <a:latin typeface="Segoe UI"/>
              </a:rPr>
              <a:t> </a:t>
            </a:r>
            <a:r>
              <a:rPr sz="1300" b="0" i="0" dirty="0" err="1">
                <a:solidFill>
                  <a:srgbClr val="16202B"/>
                </a:solidFill>
                <a:latin typeface="Segoe UI"/>
              </a:rPr>
              <a:t>tự</a:t>
            </a:r>
            <a:r>
              <a:rPr sz="1300" b="0" i="0" dirty="0">
                <a:solidFill>
                  <a:srgbClr val="16202B"/>
                </a:solidFill>
                <a:latin typeface="Segoe UI"/>
              </a:rPr>
              <a:t> tin </a:t>
            </a:r>
            <a:r>
              <a:rPr sz="1300" b="0" i="0" dirty="0" err="1">
                <a:solidFill>
                  <a:srgbClr val="16202B"/>
                </a:solidFill>
                <a:latin typeface="Segoe UI"/>
              </a:rPr>
              <a:t>thô</a:t>
            </a:r>
            <a:r>
              <a:rPr sz="1300" b="0" i="0" dirty="0">
                <a:solidFill>
                  <a:srgbClr val="16202B"/>
                </a:solidFill>
                <a:latin typeface="Segoe UI"/>
              </a:rPr>
              <a:t> </a:t>
            </a:r>
            <a:r>
              <a:rPr sz="1300" b="0" i="0" dirty="0" err="1">
                <a:solidFill>
                  <a:srgbClr val="16202B"/>
                </a:solidFill>
                <a:latin typeface="Segoe UI"/>
              </a:rPr>
              <a:t>đang</a:t>
            </a:r>
            <a:r>
              <a:rPr sz="1300" b="0" i="0" dirty="0">
                <a:solidFill>
                  <a:srgbClr val="16202B"/>
                </a:solidFill>
                <a:latin typeface="Segoe UI"/>
              </a:rPr>
              <a:t> </a:t>
            </a:r>
            <a:r>
              <a:rPr sz="1300" b="0" i="0" dirty="0" err="1">
                <a:solidFill>
                  <a:srgbClr val="16202B"/>
                </a:solidFill>
                <a:latin typeface="Segoe UI"/>
              </a:rPr>
              <a:t>bị</a:t>
            </a:r>
            <a:r>
              <a:rPr sz="1300" b="0" i="0" dirty="0">
                <a:solidFill>
                  <a:srgbClr val="16202B"/>
                </a:solidFill>
                <a:latin typeface="Segoe UI"/>
              </a:rPr>
              <a:t> "</a:t>
            </a:r>
            <a:r>
              <a:rPr sz="1300" b="0" i="0" dirty="0" err="1">
                <a:solidFill>
                  <a:srgbClr val="16202B"/>
                </a:solidFill>
                <a:latin typeface="Segoe UI"/>
              </a:rPr>
              <a:t>thổi</a:t>
            </a:r>
            <a:r>
              <a:rPr sz="1300" b="0" i="0" dirty="0">
                <a:solidFill>
                  <a:srgbClr val="16202B"/>
                </a:solidFill>
                <a:latin typeface="Segoe UI"/>
              </a:rPr>
              <a:t> </a:t>
            </a:r>
            <a:r>
              <a:rPr sz="1300" b="0" i="0" dirty="0" err="1">
                <a:solidFill>
                  <a:srgbClr val="16202B"/>
                </a:solidFill>
                <a:latin typeface="Segoe UI"/>
              </a:rPr>
              <a:t>phồng</a:t>
            </a:r>
            <a:r>
              <a:rPr sz="1300" b="0" i="0" dirty="0">
                <a:solidFill>
                  <a:srgbClr val="16202B"/>
                </a:solidFill>
                <a:latin typeface="Segoe UI"/>
              </a:rPr>
              <a:t>" so </a:t>
            </a:r>
            <a:r>
              <a:rPr sz="1300" b="0" i="0" dirty="0" err="1">
                <a:solidFill>
                  <a:srgbClr val="16202B"/>
                </a:solidFill>
                <a:latin typeface="Segoe UI"/>
              </a:rPr>
              <a:t>với</a:t>
            </a:r>
            <a:r>
              <a:rPr sz="1300" b="0" i="0" dirty="0">
                <a:solidFill>
                  <a:srgbClr val="16202B"/>
                </a:solidFill>
                <a:latin typeface="Segoe UI"/>
              </a:rPr>
              <a:t> </a:t>
            </a:r>
            <a:r>
              <a:rPr sz="1300" b="0" i="0" dirty="0" err="1">
                <a:solidFill>
                  <a:srgbClr val="16202B"/>
                </a:solidFill>
                <a:latin typeface="Segoe UI"/>
              </a:rPr>
              <a:t>thực</a:t>
            </a:r>
            <a:r>
              <a:rPr sz="1300" b="0" i="0" dirty="0">
                <a:solidFill>
                  <a:srgbClr val="16202B"/>
                </a:solidFill>
                <a:latin typeface="Segoe UI"/>
              </a:rPr>
              <a:t> </a:t>
            </a:r>
            <a:r>
              <a:rPr sz="1300" b="0" i="0" dirty="0" err="1">
                <a:solidFill>
                  <a:srgbClr val="16202B"/>
                </a:solidFill>
                <a:latin typeface="Segoe UI"/>
              </a:rPr>
              <a:t>tế</a:t>
            </a:r>
            <a:r>
              <a:rPr sz="1300" b="0" i="0" dirty="0">
                <a:solidFill>
                  <a:srgbClr val="16202B"/>
                </a:solidFill>
                <a:latin typeface="Segoe UI"/>
              </a:rPr>
              <a:t>, </a:t>
            </a:r>
            <a:r>
              <a:rPr sz="1300" b="0" i="0" dirty="0" err="1">
                <a:solidFill>
                  <a:srgbClr val="16202B"/>
                </a:solidFill>
                <a:latin typeface="Segoe UI"/>
              </a:rPr>
              <a:t>cần</a:t>
            </a:r>
            <a:r>
              <a:rPr sz="1300" b="0" i="0" dirty="0">
                <a:solidFill>
                  <a:srgbClr val="16202B"/>
                </a:solidFill>
                <a:latin typeface="Segoe UI"/>
              </a:rPr>
              <a:t> </a:t>
            </a:r>
            <a:r>
              <a:rPr sz="1300" b="0" i="0" dirty="0" err="1">
                <a:solidFill>
                  <a:srgbClr val="16202B"/>
                </a:solidFill>
                <a:latin typeface="Segoe UI"/>
              </a:rPr>
              <a:t>trừ</a:t>
            </a:r>
            <a:r>
              <a:rPr sz="1300" b="0" i="0" dirty="0">
                <a:solidFill>
                  <a:srgbClr val="16202B"/>
                </a:solidFill>
                <a:latin typeface="Segoe UI"/>
              </a:rPr>
              <a:t> </a:t>
            </a:r>
            <a:r>
              <a:rPr sz="1300" b="0" i="0" dirty="0" err="1">
                <a:solidFill>
                  <a:srgbClr val="16202B"/>
                </a:solidFill>
                <a:latin typeface="Segoe UI"/>
              </a:rPr>
              <a:t>bớt</a:t>
            </a:r>
            <a:r>
              <a:rPr sz="1300" b="0" i="0" dirty="0">
                <a:solidFill>
                  <a:srgbClr val="16202B"/>
                </a:solidFill>
                <a:latin typeface="Segoe UI"/>
              </a:rPr>
              <a:t>.</a:t>
            </a:r>
          </a:p>
          <a:p>
            <a:pPr>
              <a:spcAft>
                <a:spcPts val="1584"/>
              </a:spcAft>
            </a:pPr>
            <a:r>
              <a:rPr sz="700" b="0" i="0" dirty="0">
                <a:solidFill>
                  <a:srgbClr val="0E8F82"/>
                </a:solidFill>
                <a:latin typeface="Segoe UI"/>
              </a:rPr>
              <a:t>⬤  </a:t>
            </a:r>
            <a:r>
              <a:rPr sz="1300" b="0" i="0" dirty="0">
                <a:solidFill>
                  <a:srgbClr val="16202B"/>
                </a:solidFill>
                <a:latin typeface="Segoe UI"/>
              </a:rPr>
              <a:t>a, b </a:t>
            </a:r>
            <a:r>
              <a:rPr sz="1300" b="0" i="0" dirty="0" err="1">
                <a:solidFill>
                  <a:srgbClr val="16202B"/>
                </a:solidFill>
                <a:latin typeface="Segoe UI"/>
              </a:rPr>
              <a:t>được</a:t>
            </a:r>
            <a:r>
              <a:rPr sz="1300" b="0" i="0" dirty="0">
                <a:solidFill>
                  <a:srgbClr val="16202B"/>
                </a:solidFill>
                <a:latin typeface="Segoe UI"/>
              </a:rPr>
              <a:t> </a:t>
            </a:r>
            <a:r>
              <a:rPr sz="1300" b="0" i="0" dirty="0" err="1">
                <a:solidFill>
                  <a:srgbClr val="16202B"/>
                </a:solidFill>
                <a:latin typeface="Segoe UI"/>
              </a:rPr>
              <a:t>ước</a:t>
            </a:r>
            <a:r>
              <a:rPr sz="1300" b="0" i="0" dirty="0">
                <a:solidFill>
                  <a:srgbClr val="16202B"/>
                </a:solidFill>
                <a:latin typeface="Segoe UI"/>
              </a:rPr>
              <a:t> </a:t>
            </a:r>
            <a:r>
              <a:rPr sz="1300" b="0" i="0" dirty="0" err="1">
                <a:solidFill>
                  <a:srgbClr val="16202B"/>
                </a:solidFill>
                <a:latin typeface="Segoe UI"/>
              </a:rPr>
              <a:t>lượng</a:t>
            </a:r>
            <a:r>
              <a:rPr sz="1300" b="0" i="0" dirty="0">
                <a:solidFill>
                  <a:srgbClr val="16202B"/>
                </a:solidFill>
                <a:latin typeface="Segoe UI"/>
              </a:rPr>
              <a:t> </a:t>
            </a:r>
            <a:r>
              <a:rPr sz="1300" b="0" i="0" dirty="0" err="1">
                <a:solidFill>
                  <a:srgbClr val="16202B"/>
                </a:solidFill>
                <a:latin typeface="Segoe UI"/>
              </a:rPr>
              <a:t>bằng</a:t>
            </a:r>
            <a:r>
              <a:rPr sz="1300" b="0" i="0" dirty="0">
                <a:solidFill>
                  <a:srgbClr val="16202B"/>
                </a:solidFill>
                <a:latin typeface="Segoe UI"/>
              </a:rPr>
              <a:t> </a:t>
            </a:r>
            <a:r>
              <a:rPr sz="1300" b="0" i="0" dirty="0" err="1">
                <a:solidFill>
                  <a:srgbClr val="16202B"/>
                </a:solidFill>
                <a:latin typeface="Segoe UI"/>
              </a:rPr>
              <a:t>hồi</a:t>
            </a:r>
            <a:r>
              <a:rPr sz="1300" b="0" i="0" dirty="0">
                <a:solidFill>
                  <a:srgbClr val="16202B"/>
                </a:solidFill>
                <a:latin typeface="Segoe UI"/>
              </a:rPr>
              <a:t> </a:t>
            </a:r>
            <a:r>
              <a:rPr sz="1300" b="0" i="0" dirty="0" err="1">
                <a:solidFill>
                  <a:srgbClr val="16202B"/>
                </a:solidFill>
                <a:latin typeface="Segoe UI"/>
              </a:rPr>
              <a:t>quy</a:t>
            </a:r>
            <a:r>
              <a:rPr sz="1300" b="0" i="0" dirty="0">
                <a:solidFill>
                  <a:srgbClr val="16202B"/>
                </a:solidFill>
                <a:latin typeface="Segoe UI"/>
              </a:rPr>
              <a:t> logistic </a:t>
            </a:r>
            <a:r>
              <a:rPr sz="1300" b="0" i="0" dirty="0" err="1">
                <a:solidFill>
                  <a:srgbClr val="16202B"/>
                </a:solidFill>
                <a:latin typeface="Segoe UI"/>
              </a:rPr>
              <a:t>trên</a:t>
            </a:r>
            <a:r>
              <a:rPr sz="1300" b="0" i="0" dirty="0">
                <a:solidFill>
                  <a:srgbClr val="16202B"/>
                </a:solidFill>
                <a:latin typeface="Segoe UI"/>
              </a:rPr>
              <a:t> </a:t>
            </a:r>
            <a:r>
              <a:rPr sz="1300" b="0" i="0" dirty="0" err="1">
                <a:solidFill>
                  <a:srgbClr val="16202B"/>
                </a:solidFill>
                <a:latin typeface="Segoe UI"/>
              </a:rPr>
              <a:t>chính</a:t>
            </a:r>
            <a:r>
              <a:rPr sz="1300" b="0" i="0" dirty="0">
                <a:solidFill>
                  <a:srgbClr val="16202B"/>
                </a:solidFill>
                <a:latin typeface="Segoe UI"/>
              </a:rPr>
              <a:t> </a:t>
            </a:r>
            <a:r>
              <a:rPr sz="1300" b="0" i="0" dirty="0" err="1">
                <a:solidFill>
                  <a:srgbClr val="16202B"/>
                </a:solidFill>
                <a:latin typeface="Segoe UI"/>
              </a:rPr>
              <a:t>các</a:t>
            </a:r>
            <a:r>
              <a:rPr sz="1300" b="0" i="0" dirty="0">
                <a:solidFill>
                  <a:srgbClr val="16202B"/>
                </a:solidFill>
                <a:latin typeface="Segoe UI"/>
              </a:rPr>
              <a:t> </a:t>
            </a:r>
            <a:r>
              <a:rPr sz="1300" b="0" i="0" dirty="0" err="1">
                <a:solidFill>
                  <a:srgbClr val="16202B"/>
                </a:solidFill>
                <a:latin typeface="Segoe UI"/>
              </a:rPr>
              <a:t>cặp</a:t>
            </a:r>
            <a:r>
              <a:rPr sz="1300" b="0" i="0" dirty="0">
                <a:solidFill>
                  <a:srgbClr val="16202B"/>
                </a:solidFill>
                <a:latin typeface="Segoe UI"/>
              </a:rPr>
              <a:t> (</a:t>
            </a:r>
            <a:r>
              <a:rPr sz="1300" b="0" i="0" dirty="0" err="1">
                <a:solidFill>
                  <a:srgbClr val="16202B"/>
                </a:solidFill>
                <a:latin typeface="Segoe UI"/>
              </a:rPr>
              <a:t>độ</a:t>
            </a:r>
            <a:r>
              <a:rPr sz="1300" b="0" i="0" dirty="0">
                <a:solidFill>
                  <a:srgbClr val="16202B"/>
                </a:solidFill>
                <a:latin typeface="Segoe UI"/>
              </a:rPr>
              <a:t> </a:t>
            </a:r>
            <a:r>
              <a:rPr sz="1300" b="0" i="0" dirty="0" err="1">
                <a:solidFill>
                  <a:srgbClr val="16202B"/>
                </a:solidFill>
                <a:latin typeface="Segoe UI"/>
              </a:rPr>
              <a:t>tự</a:t>
            </a:r>
            <a:r>
              <a:rPr sz="1300" b="0" i="0" dirty="0">
                <a:solidFill>
                  <a:srgbClr val="16202B"/>
                </a:solidFill>
                <a:latin typeface="Segoe UI"/>
              </a:rPr>
              <a:t> tin </a:t>
            </a:r>
            <a:r>
              <a:rPr sz="1300" b="0" i="0" dirty="0" err="1">
                <a:solidFill>
                  <a:srgbClr val="16202B"/>
                </a:solidFill>
                <a:latin typeface="Segoe UI"/>
              </a:rPr>
              <a:t>lúc</a:t>
            </a:r>
            <a:r>
              <a:rPr sz="1300" b="0" i="0" dirty="0">
                <a:solidFill>
                  <a:srgbClr val="16202B"/>
                </a:solidFill>
                <a:latin typeface="Segoe UI"/>
              </a:rPr>
              <a:t> </a:t>
            </a:r>
            <a:r>
              <a:rPr sz="1300" b="0" i="0" dirty="0" err="1">
                <a:solidFill>
                  <a:srgbClr val="16202B"/>
                </a:solidFill>
                <a:latin typeface="Segoe UI"/>
              </a:rPr>
              <a:t>hỏi</a:t>
            </a:r>
            <a:r>
              <a:rPr sz="1300" b="0" i="0" dirty="0">
                <a:solidFill>
                  <a:srgbClr val="16202B"/>
                </a:solidFill>
                <a:latin typeface="Segoe UI"/>
              </a:rPr>
              <a:t>, </a:t>
            </a:r>
            <a:r>
              <a:rPr sz="1300" b="0" i="0" dirty="0" err="1">
                <a:solidFill>
                  <a:srgbClr val="16202B"/>
                </a:solidFill>
                <a:latin typeface="Segoe UI"/>
              </a:rPr>
              <a:t>đúng</a:t>
            </a:r>
            <a:r>
              <a:rPr sz="1300" b="0" i="0" dirty="0">
                <a:solidFill>
                  <a:srgbClr val="16202B"/>
                </a:solidFill>
                <a:latin typeface="Segoe UI"/>
              </a:rPr>
              <a:t>/</a:t>
            </a:r>
            <a:r>
              <a:rPr sz="1300" b="0" i="0" dirty="0" err="1">
                <a:solidFill>
                  <a:srgbClr val="16202B"/>
                </a:solidFill>
                <a:latin typeface="Segoe UI"/>
              </a:rPr>
              <a:t>sai</a:t>
            </a:r>
            <a:r>
              <a:rPr sz="1300" b="0" i="0" dirty="0">
                <a:solidFill>
                  <a:srgbClr val="16202B"/>
                </a:solidFill>
                <a:latin typeface="Segoe UI"/>
              </a:rPr>
              <a:t>) </a:t>
            </a:r>
            <a:r>
              <a:rPr sz="1300" b="0" i="0" dirty="0" err="1">
                <a:solidFill>
                  <a:srgbClr val="16202B"/>
                </a:solidFill>
                <a:latin typeface="Segoe UI"/>
              </a:rPr>
              <a:t>đã</a:t>
            </a:r>
            <a:r>
              <a:rPr sz="1300" b="0" i="0" dirty="0">
                <a:solidFill>
                  <a:srgbClr val="16202B"/>
                </a:solidFill>
                <a:latin typeface="Segoe UI"/>
              </a:rPr>
              <a:t> </a:t>
            </a:r>
            <a:r>
              <a:rPr sz="1300" b="0" i="0" dirty="0" err="1">
                <a:solidFill>
                  <a:srgbClr val="16202B"/>
                </a:solidFill>
                <a:latin typeface="Segoe UI"/>
              </a:rPr>
              <a:t>thu</a:t>
            </a:r>
            <a:r>
              <a:rPr sz="1300" b="0" i="0" dirty="0">
                <a:solidFill>
                  <a:srgbClr val="16202B"/>
                </a:solidFill>
                <a:latin typeface="Segoe UI"/>
              </a:rPr>
              <a:t> </a:t>
            </a:r>
            <a:r>
              <a:rPr sz="1300" b="0" i="0" dirty="0" err="1">
                <a:solidFill>
                  <a:srgbClr val="16202B"/>
                </a:solidFill>
                <a:latin typeface="Segoe UI"/>
              </a:rPr>
              <a:t>thập</a:t>
            </a:r>
            <a:r>
              <a:rPr sz="1300" b="0" i="0" dirty="0">
                <a:solidFill>
                  <a:srgbClr val="16202B"/>
                </a:solidFill>
                <a:latin typeface="Segoe UI"/>
              </a:rPr>
              <a:t> </a:t>
            </a:r>
            <a:r>
              <a:rPr sz="1300" b="0" i="0" dirty="0" err="1">
                <a:solidFill>
                  <a:srgbClr val="16202B"/>
                </a:solidFill>
                <a:latin typeface="Segoe UI"/>
              </a:rPr>
              <a:t>được</a:t>
            </a:r>
            <a:r>
              <a:rPr sz="1300" b="0" i="0" dirty="0">
                <a:solidFill>
                  <a:srgbClr val="16202B"/>
                </a:solidFill>
                <a:latin typeface="Segoe UI"/>
              </a:rPr>
              <a:t> — </a:t>
            </a:r>
            <a:r>
              <a:rPr sz="1300" b="0" i="0" dirty="0" err="1">
                <a:solidFill>
                  <a:srgbClr val="16202B"/>
                </a:solidFill>
                <a:latin typeface="Segoe UI"/>
              </a:rPr>
              <a:t>và</a:t>
            </a:r>
            <a:r>
              <a:rPr sz="1300" b="0" i="0" dirty="0">
                <a:solidFill>
                  <a:srgbClr val="16202B"/>
                </a:solidFill>
                <a:latin typeface="Segoe UI"/>
              </a:rPr>
              <a:t> </a:t>
            </a:r>
            <a:r>
              <a:rPr sz="1300" b="0" i="0" dirty="0" err="1">
                <a:solidFill>
                  <a:srgbClr val="16202B"/>
                </a:solidFill>
                <a:latin typeface="Segoe UI"/>
              </a:rPr>
              <a:t>cập</a:t>
            </a:r>
            <a:r>
              <a:rPr sz="1300" b="0" i="0" dirty="0">
                <a:solidFill>
                  <a:srgbClr val="16202B"/>
                </a:solidFill>
                <a:latin typeface="Segoe UI"/>
              </a:rPr>
              <a:t> </a:t>
            </a:r>
            <a:r>
              <a:rPr sz="1300" b="0" i="0" dirty="0" err="1">
                <a:solidFill>
                  <a:srgbClr val="16202B"/>
                </a:solidFill>
                <a:latin typeface="Segoe UI"/>
              </a:rPr>
              <a:t>nhật</a:t>
            </a:r>
            <a:r>
              <a:rPr sz="1300" b="0" i="0" dirty="0">
                <a:solidFill>
                  <a:srgbClr val="16202B"/>
                </a:solidFill>
                <a:latin typeface="Segoe UI"/>
              </a:rPr>
              <a:t> </a:t>
            </a:r>
            <a:r>
              <a:rPr sz="1300" b="0" i="0" dirty="0" err="1">
                <a:solidFill>
                  <a:srgbClr val="16202B"/>
                </a:solidFill>
                <a:latin typeface="Segoe UI"/>
              </a:rPr>
              <a:t>lại</a:t>
            </a:r>
            <a:r>
              <a:rPr sz="1300" b="0" i="0" dirty="0">
                <a:solidFill>
                  <a:srgbClr val="16202B"/>
                </a:solidFill>
                <a:latin typeface="Segoe UI"/>
              </a:rPr>
              <a:t> </a:t>
            </a:r>
            <a:r>
              <a:rPr sz="1300" b="0" i="0" dirty="0" err="1">
                <a:solidFill>
                  <a:srgbClr val="16202B"/>
                </a:solidFill>
                <a:latin typeface="Segoe UI"/>
              </a:rPr>
              <a:t>sau</a:t>
            </a:r>
            <a:r>
              <a:rPr sz="1300" b="0" i="0" dirty="0">
                <a:solidFill>
                  <a:srgbClr val="16202B"/>
                </a:solidFill>
                <a:latin typeface="Segoe UI"/>
              </a:rPr>
              <a:t> </a:t>
            </a:r>
            <a:r>
              <a:rPr sz="1300" b="0" i="0" dirty="0" err="1">
                <a:solidFill>
                  <a:srgbClr val="16202B"/>
                </a:solidFill>
                <a:latin typeface="Segoe UI"/>
              </a:rPr>
              <a:t>mỗi</a:t>
            </a:r>
            <a:r>
              <a:rPr sz="1300" b="0" i="0" dirty="0">
                <a:solidFill>
                  <a:srgbClr val="16202B"/>
                </a:solidFill>
                <a:latin typeface="Segoe UI"/>
              </a:rPr>
              <a:t> </a:t>
            </a:r>
            <a:r>
              <a:rPr sz="1300" b="0" i="0" dirty="0" err="1">
                <a:solidFill>
                  <a:srgbClr val="16202B"/>
                </a:solidFill>
                <a:latin typeface="Segoe UI"/>
              </a:rPr>
              <a:t>lô</a:t>
            </a:r>
            <a:r>
              <a:rPr sz="1300" b="0" i="0" dirty="0">
                <a:solidFill>
                  <a:srgbClr val="16202B"/>
                </a:solidFill>
                <a:latin typeface="Segoe UI"/>
              </a:rPr>
              <a:t> </a:t>
            </a:r>
            <a:r>
              <a:rPr sz="1300" b="0" i="0" dirty="0" err="1">
                <a:solidFill>
                  <a:srgbClr val="16202B"/>
                </a:solidFill>
                <a:latin typeface="Segoe UI"/>
              </a:rPr>
              <a:t>ảnh</a:t>
            </a:r>
            <a:r>
              <a:rPr sz="1300" b="0" i="0" dirty="0">
                <a:solidFill>
                  <a:srgbClr val="16202B"/>
                </a:solidFill>
                <a:latin typeface="Segoe UI"/>
              </a:rPr>
              <a:t>.</a:t>
            </a:r>
          </a:p>
        </p:txBody>
      </p:sp>
      <p:sp>
        <p:nvSpPr>
          <p:cNvPr id="22" name="TextBox 21"/>
          <p:cNvSpPr txBox="1"/>
          <p:nvPr/>
        </p:nvSpPr>
        <p:spPr>
          <a:xfrm>
            <a:off x="685800" y="5806440"/>
            <a:ext cx="10515600" cy="184666"/>
          </a:xfrm>
          <a:prstGeom prst="rect">
            <a:avLst/>
          </a:prstGeom>
          <a:noFill/>
        </p:spPr>
        <p:txBody>
          <a:bodyPr wrap="square" lIns="0" tIns="0" rIns="0" bIns="0" anchor="t">
            <a:spAutoFit/>
          </a:bodyPr>
          <a:lstStyle/>
          <a:p>
            <a:r>
              <a:rPr sz="1200" b="0" i="1" dirty="0">
                <a:solidFill>
                  <a:srgbClr val="5B6B7C"/>
                </a:solidFill>
                <a:latin typeface="Segoe UI"/>
              </a:rPr>
              <a:t>Cold-start: </a:t>
            </a:r>
            <a:r>
              <a:rPr sz="1200" b="0" i="1" dirty="0" err="1">
                <a:solidFill>
                  <a:srgbClr val="5B6B7C"/>
                </a:solidFill>
                <a:latin typeface="Segoe UI"/>
              </a:rPr>
              <a:t>khi</a:t>
            </a:r>
            <a:r>
              <a:rPr sz="1200" b="0" i="1" dirty="0">
                <a:solidFill>
                  <a:srgbClr val="5B6B7C"/>
                </a:solidFill>
                <a:latin typeface="Segoe UI"/>
              </a:rPr>
              <a:t> </a:t>
            </a:r>
            <a:r>
              <a:rPr sz="1200" b="0" i="1" dirty="0" err="1">
                <a:solidFill>
                  <a:srgbClr val="5B6B7C"/>
                </a:solidFill>
                <a:latin typeface="Segoe UI"/>
              </a:rPr>
              <a:t>chưa</a:t>
            </a:r>
            <a:r>
              <a:rPr sz="1200" b="0" i="1" dirty="0">
                <a:solidFill>
                  <a:srgbClr val="5B6B7C"/>
                </a:solidFill>
                <a:latin typeface="Segoe UI"/>
              </a:rPr>
              <a:t> </a:t>
            </a:r>
            <a:r>
              <a:rPr sz="1200" b="0" i="1" dirty="0" err="1">
                <a:solidFill>
                  <a:srgbClr val="5B6B7C"/>
                </a:solidFill>
                <a:latin typeface="Segoe UI"/>
              </a:rPr>
              <a:t>đủ</a:t>
            </a:r>
            <a:r>
              <a:rPr sz="1200" b="0" i="1" dirty="0">
                <a:solidFill>
                  <a:srgbClr val="5B6B7C"/>
                </a:solidFill>
                <a:latin typeface="Segoe UI"/>
              </a:rPr>
              <a:t> </a:t>
            </a:r>
            <a:r>
              <a:rPr sz="1200" b="0" i="1" dirty="0" err="1">
                <a:solidFill>
                  <a:srgbClr val="5B6B7C"/>
                </a:solidFill>
                <a:latin typeface="Segoe UI"/>
              </a:rPr>
              <a:t>dữ</a:t>
            </a:r>
            <a:r>
              <a:rPr sz="1200" b="0" i="1" dirty="0">
                <a:solidFill>
                  <a:srgbClr val="5B6B7C"/>
                </a:solidFill>
                <a:latin typeface="Segoe UI"/>
              </a:rPr>
              <a:t> </a:t>
            </a:r>
            <a:r>
              <a:rPr sz="1200" b="0" i="1" dirty="0" err="1">
                <a:solidFill>
                  <a:srgbClr val="5B6B7C"/>
                </a:solidFill>
                <a:latin typeface="Segoe UI"/>
              </a:rPr>
              <a:t>liệu</a:t>
            </a:r>
            <a:r>
              <a:rPr sz="1200" b="0" i="1" dirty="0">
                <a:solidFill>
                  <a:srgbClr val="5B6B7C"/>
                </a:solidFill>
                <a:latin typeface="Segoe UI"/>
              </a:rPr>
              <a:t> </a:t>
            </a:r>
            <a:r>
              <a:rPr sz="1200" b="0" i="1" dirty="0" err="1">
                <a:solidFill>
                  <a:srgbClr val="5B6B7C"/>
                </a:solidFill>
                <a:latin typeface="Segoe UI"/>
              </a:rPr>
              <a:t>để</a:t>
            </a:r>
            <a:r>
              <a:rPr sz="1200" b="0" i="1" dirty="0">
                <a:solidFill>
                  <a:srgbClr val="5B6B7C"/>
                </a:solidFill>
                <a:latin typeface="Segoe UI"/>
              </a:rPr>
              <a:t> </a:t>
            </a:r>
            <a:r>
              <a:rPr sz="1200" b="0" i="1" dirty="0" err="1">
                <a:solidFill>
                  <a:srgbClr val="5B6B7C"/>
                </a:solidFill>
                <a:latin typeface="Segoe UI"/>
              </a:rPr>
              <a:t>ước</a:t>
            </a:r>
            <a:r>
              <a:rPr sz="1200" b="0" i="1" dirty="0">
                <a:solidFill>
                  <a:srgbClr val="5B6B7C"/>
                </a:solidFill>
                <a:latin typeface="Segoe UI"/>
              </a:rPr>
              <a:t> </a:t>
            </a:r>
            <a:r>
              <a:rPr sz="1200" b="0" i="1" dirty="0" err="1">
                <a:solidFill>
                  <a:srgbClr val="5B6B7C"/>
                </a:solidFill>
                <a:latin typeface="Segoe UI"/>
              </a:rPr>
              <a:t>lượng</a:t>
            </a:r>
            <a:r>
              <a:rPr sz="1200" b="0" i="1" dirty="0">
                <a:solidFill>
                  <a:srgbClr val="5B6B7C"/>
                </a:solidFill>
                <a:latin typeface="Segoe UI"/>
              </a:rPr>
              <a:t> a, b </a:t>
            </a:r>
            <a:r>
              <a:rPr sz="1200" b="0" i="1" dirty="0" err="1">
                <a:solidFill>
                  <a:srgbClr val="5B6B7C"/>
                </a:solidFill>
                <a:latin typeface="Segoe UI"/>
              </a:rPr>
              <a:t>đáng</a:t>
            </a:r>
            <a:r>
              <a:rPr sz="1200" b="0" i="1" dirty="0">
                <a:solidFill>
                  <a:srgbClr val="5B6B7C"/>
                </a:solidFill>
                <a:latin typeface="Segoe UI"/>
              </a:rPr>
              <a:t> tin </a:t>
            </a:r>
            <a:r>
              <a:rPr sz="1200" b="0" i="1" dirty="0" err="1">
                <a:solidFill>
                  <a:srgbClr val="5B6B7C"/>
                </a:solidFill>
                <a:latin typeface="Segoe UI"/>
              </a:rPr>
              <a:t>cậy</a:t>
            </a:r>
            <a:r>
              <a:rPr sz="1200" b="0" i="1" dirty="0">
                <a:solidFill>
                  <a:srgbClr val="5B6B7C"/>
                </a:solidFill>
                <a:latin typeface="Segoe UI"/>
              </a:rPr>
              <a:t> → </a:t>
            </a:r>
            <a:r>
              <a:rPr lang="en-US" sz="1200" b="0" i="1" dirty="0" err="1">
                <a:solidFill>
                  <a:srgbClr val="5B6B7C"/>
                </a:solidFill>
                <a:latin typeface="Segoe UI"/>
              </a:rPr>
              <a:t>fall-back</a:t>
            </a:r>
            <a:r>
              <a:rPr lang="en-US" sz="1200" b="0" i="1" dirty="0">
                <a:solidFill>
                  <a:srgbClr val="5B6B7C"/>
                </a:solidFill>
                <a:latin typeface="Segoe UI"/>
              </a:rPr>
              <a:t> </a:t>
            </a:r>
            <a:r>
              <a:rPr lang="en-US" sz="1200" b="0" i="1" dirty="0" err="1">
                <a:solidFill>
                  <a:srgbClr val="5B6B7C"/>
                </a:solidFill>
                <a:latin typeface="Segoe UI"/>
              </a:rPr>
              <a:t>về</a:t>
            </a:r>
            <a:r>
              <a:rPr lang="en-US" sz="1200" b="0" i="1" dirty="0">
                <a:solidFill>
                  <a:srgbClr val="5B6B7C"/>
                </a:solidFill>
                <a:latin typeface="Segoe UI"/>
              </a:rPr>
              <a:t> </a:t>
            </a:r>
            <a:r>
              <a:rPr lang="en-US" sz="1200" b="0" i="1" dirty="0" err="1">
                <a:solidFill>
                  <a:srgbClr val="5B6B7C"/>
                </a:solidFill>
                <a:latin typeface="Segoe UI"/>
              </a:rPr>
              <a:t>cách</a:t>
            </a:r>
            <a:r>
              <a:rPr lang="en-US" sz="1200" b="0" i="1" dirty="0">
                <a:solidFill>
                  <a:srgbClr val="5B6B7C"/>
                </a:solidFill>
                <a:latin typeface="Segoe UI"/>
              </a:rPr>
              <a:t> </a:t>
            </a:r>
            <a:r>
              <a:rPr lang="en-US" sz="1200" b="0" i="1" dirty="0" err="1">
                <a:solidFill>
                  <a:srgbClr val="5B6B7C"/>
                </a:solidFill>
                <a:latin typeface="Segoe UI"/>
              </a:rPr>
              <a:t>chọn</a:t>
            </a:r>
            <a:r>
              <a:rPr lang="en-US" sz="1200" b="0" i="1" dirty="0">
                <a:solidFill>
                  <a:srgbClr val="5B6B7C"/>
                </a:solidFill>
                <a:latin typeface="Segoe UI"/>
              </a:rPr>
              <a:t> </a:t>
            </a:r>
            <a:r>
              <a:rPr lang="en-US" sz="1200" b="0" i="1" dirty="0" err="1">
                <a:solidFill>
                  <a:srgbClr val="5B6B7C"/>
                </a:solidFill>
                <a:latin typeface="Segoe UI"/>
              </a:rPr>
              <a:t>mẫu</a:t>
            </a:r>
            <a:r>
              <a:rPr lang="en-US" sz="1200" b="0" i="1" dirty="0">
                <a:solidFill>
                  <a:srgbClr val="5B6B7C"/>
                </a:solidFill>
                <a:latin typeface="Segoe UI"/>
              </a:rPr>
              <a:t> </a:t>
            </a:r>
            <a:r>
              <a:rPr lang="en-US" sz="1200" b="0" i="1" dirty="0" err="1">
                <a:solidFill>
                  <a:srgbClr val="5B6B7C"/>
                </a:solidFill>
                <a:latin typeface="Segoe UI"/>
              </a:rPr>
              <a:t>của</a:t>
            </a:r>
            <a:r>
              <a:rPr lang="en-US" sz="1200" b="0" i="1" dirty="0">
                <a:solidFill>
                  <a:srgbClr val="5B6B7C"/>
                </a:solidFill>
                <a:latin typeface="Segoe UI"/>
              </a:rPr>
              <a:t> paper </a:t>
            </a:r>
            <a:r>
              <a:rPr lang="en-US" sz="1200" b="0" i="1" dirty="0" err="1">
                <a:solidFill>
                  <a:srgbClr val="5B6B7C"/>
                </a:solidFill>
                <a:latin typeface="Segoe UI"/>
              </a:rPr>
              <a:t>gốc</a:t>
            </a:r>
            <a:endParaRPr sz="1200" b="0" i="1" dirty="0">
              <a:solidFill>
                <a:srgbClr val="5B6B7C"/>
              </a:solidFill>
              <a:latin typeface="Segoe UI"/>
            </a:endParaRPr>
          </a:p>
        </p:txBody>
      </p:sp>
      <p:sp>
        <p:nvSpPr>
          <p:cNvPr id="23" name="Rounded Rectangle 22"/>
          <p:cNvSpPr/>
          <p:nvPr/>
        </p:nvSpPr>
        <p:spPr>
          <a:xfrm>
            <a:off x="6720840" y="1737360"/>
            <a:ext cx="4754880" cy="3977639"/>
          </a:xfrm>
          <a:prstGeom prst="roundRect">
            <a:avLst>
              <a:gd name="adj" fmla="val 8000"/>
            </a:avLst>
          </a:prstGeom>
          <a:solidFill>
            <a:srgbClr val="DCF3EF"/>
          </a:solidFill>
          <a:ln>
            <a:solidFill>
              <a:srgbClr val="DCF3EF"/>
            </a:solidFill>
          </a:ln>
          <a:effectLst/>
        </p:spPr>
        <p:style>
          <a:lnRef idx="1">
            <a:schemeClr val="accent1"/>
          </a:lnRef>
          <a:fillRef idx="3">
            <a:schemeClr val="accent1"/>
          </a:fillRef>
          <a:effectRef idx="2">
            <a:schemeClr val="accent1"/>
          </a:effectRef>
          <a:fontRef idx="minor">
            <a:schemeClr val="lt1"/>
          </a:fontRef>
        </p:style>
        <p:txBody>
          <a:bodyPr wrap="square" lIns="274320" tIns="256032" rIns="274320" bIns="182880" rtlCol="0" anchor="ctr"/>
          <a:lstStyle/>
          <a:p>
            <a:pPr algn="ctr"/>
            <a:r>
              <a:rPr sz="1300" b="1" i="0">
                <a:solidFill>
                  <a:srgbClr val="0E8F82"/>
                </a:solidFill>
                <a:latin typeface="Segoe UI"/>
              </a:rPr>
              <a:t>Ví dụ bằng số</a:t>
            </a:r>
          </a:p>
        </p:txBody>
      </p:sp>
      <p:sp>
        <p:nvSpPr>
          <p:cNvPr id="24" name="TextBox 23"/>
          <p:cNvSpPr txBox="1"/>
          <p:nvPr/>
        </p:nvSpPr>
        <p:spPr>
          <a:xfrm>
            <a:off x="6995160" y="2395728"/>
            <a:ext cx="4206240" cy="502920"/>
          </a:xfrm>
          <a:prstGeom prst="rect">
            <a:avLst/>
          </a:prstGeom>
          <a:noFill/>
        </p:spPr>
        <p:txBody>
          <a:bodyPr wrap="square" lIns="0" tIns="0" rIns="0" bIns="0" anchor="t">
            <a:spAutoFit/>
          </a:bodyPr>
          <a:lstStyle/>
          <a:p>
            <a:r>
              <a:rPr sz="1200" b="0" i="0">
                <a:solidFill>
                  <a:srgbClr val="16202B"/>
                </a:solidFill>
                <a:latin typeface="Segoe UI"/>
              </a:rPr>
              <a:t>Với a ≈ 4.0, b ≈ −1.6 học được từ các lô trước:</a:t>
            </a:r>
          </a:p>
        </p:txBody>
      </p:sp>
      <p:graphicFrame>
        <p:nvGraphicFramePr>
          <p:cNvPr id="25" name="Table 24"/>
          <p:cNvGraphicFramePr>
            <a:graphicFrameLocks noGrp="1"/>
          </p:cNvGraphicFramePr>
          <p:nvPr>
            <p:extLst>
              <p:ext uri="{D42A27DB-BD31-4B8C-83A1-F6EECF244321}">
                <p14:modId xmlns:p14="http://schemas.microsoft.com/office/powerpoint/2010/main" val="3196679986"/>
              </p:ext>
            </p:extLst>
          </p:nvPr>
        </p:nvGraphicFramePr>
        <p:xfrm>
          <a:off x="6995160" y="2995448"/>
          <a:ext cx="4206240" cy="1791436"/>
        </p:xfrm>
        <a:graphic>
          <a:graphicData uri="http://schemas.openxmlformats.org/drawingml/2006/table">
            <a:tbl>
              <a:tblPr>
                <a:tableStyleId>{5C22544A-7EE6-4342-B048-85BDC9FD1C3A}</a:tableStyleId>
              </a:tblPr>
              <a:tblGrid>
                <a:gridCol w="22860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tblGrid>
              <a:tr h="259816">
                <a:tc>
                  <a:txBody>
                    <a:bodyPr/>
                    <a:lstStyle/>
                    <a:p>
                      <a:pPr algn="l"/>
                      <a:r>
                        <a:rPr sz="1000" b="1" i="0">
                          <a:solidFill>
                            <a:srgbClr val="5B6B7C"/>
                          </a:solidFill>
                          <a:latin typeface="Consolas"/>
                        </a:rPr>
                        <a:t>Độ tự tin thô C(x)</a:t>
                      </a:r>
                    </a:p>
                  </a:txBody>
                  <a:tcPr marL="45720" marR="45720" marT="18288" marB="18288" anchor="ctr">
                    <a:noFill/>
                  </a:tcPr>
                </a:tc>
                <a:tc>
                  <a:txBody>
                    <a:bodyPr/>
                    <a:lstStyle/>
                    <a:p>
                      <a:pPr algn="r"/>
                      <a:r>
                        <a:rPr sz="1000" b="1" i="0">
                          <a:solidFill>
                            <a:srgbClr val="5B6B7C"/>
                          </a:solidFill>
                          <a:latin typeface="Consolas"/>
                        </a:rPr>
                        <a:t>Xác suất đúng thực tế p̂</a:t>
                      </a:r>
                    </a:p>
                  </a:txBody>
                  <a:tcPr marL="45720" marR="45720" marT="18288" marB="18288" anchor="ctr">
                    <a:noFill/>
                  </a:tcPr>
                </a:tc>
                <a:extLst>
                  <a:ext uri="{0D108BD9-81ED-4DB2-BD59-A6C34878D82A}">
                    <a16:rowId xmlns:a16="http://schemas.microsoft.com/office/drawing/2014/main" val="10000"/>
                  </a:ext>
                </a:extLst>
              </a:tr>
              <a:tr h="306324">
                <a:tc>
                  <a:txBody>
                    <a:bodyPr/>
                    <a:lstStyle/>
                    <a:p>
                      <a:pPr algn="l"/>
                      <a:r>
                        <a:rPr sz="1300" b="0" i="0">
                          <a:solidFill>
                            <a:srgbClr val="16202B"/>
                          </a:solidFill>
                          <a:latin typeface="Consolas"/>
                        </a:rPr>
                        <a:t>10%</a:t>
                      </a:r>
                    </a:p>
                  </a:txBody>
                  <a:tcPr marL="45720" marR="45720" marT="18288" marB="18288" anchor="ctr">
                    <a:noFill/>
                  </a:tcPr>
                </a:tc>
                <a:tc>
                  <a:txBody>
                    <a:bodyPr/>
                    <a:lstStyle/>
                    <a:p>
                      <a:pPr algn="r"/>
                      <a:r>
                        <a:rPr sz="1300" b="1" i="0">
                          <a:solidFill>
                            <a:srgbClr val="A5680B"/>
                          </a:solidFill>
                          <a:latin typeface="Consolas"/>
                        </a:rPr>
                        <a:t>≈ 0%</a:t>
                      </a:r>
                    </a:p>
                  </a:txBody>
                  <a:tcPr marL="45720" marR="45720" marT="18288" marB="18288" anchor="ctr">
                    <a:noFill/>
                  </a:tcPr>
                </a:tc>
                <a:extLst>
                  <a:ext uri="{0D108BD9-81ED-4DB2-BD59-A6C34878D82A}">
                    <a16:rowId xmlns:a16="http://schemas.microsoft.com/office/drawing/2014/main" val="10001"/>
                  </a:ext>
                </a:extLst>
              </a:tr>
              <a:tr h="306324">
                <a:tc>
                  <a:txBody>
                    <a:bodyPr/>
                    <a:lstStyle/>
                    <a:p>
                      <a:pPr algn="l"/>
                      <a:r>
                        <a:rPr sz="1300" b="0" i="0">
                          <a:solidFill>
                            <a:srgbClr val="16202B"/>
                          </a:solidFill>
                          <a:latin typeface="Consolas"/>
                        </a:rPr>
                        <a:t>30%</a:t>
                      </a:r>
                    </a:p>
                  </a:txBody>
                  <a:tcPr marL="45720" marR="45720" marT="18288" marB="18288" anchor="ctr">
                    <a:noFill/>
                  </a:tcPr>
                </a:tc>
                <a:tc>
                  <a:txBody>
                    <a:bodyPr/>
                    <a:lstStyle/>
                    <a:p>
                      <a:pPr algn="r"/>
                      <a:r>
                        <a:rPr sz="1300" b="1" i="0" dirty="0">
                          <a:solidFill>
                            <a:srgbClr val="A5680B"/>
                          </a:solidFill>
                          <a:latin typeface="Consolas"/>
                        </a:rPr>
                        <a:t>≈ 1%</a:t>
                      </a:r>
                    </a:p>
                  </a:txBody>
                  <a:tcPr marL="45720" marR="45720" marT="18288" marB="18288" anchor="ctr">
                    <a:noFill/>
                  </a:tcPr>
                </a:tc>
                <a:extLst>
                  <a:ext uri="{0D108BD9-81ED-4DB2-BD59-A6C34878D82A}">
                    <a16:rowId xmlns:a16="http://schemas.microsoft.com/office/drawing/2014/main" val="10002"/>
                  </a:ext>
                </a:extLst>
              </a:tr>
              <a:tr h="306324">
                <a:tc>
                  <a:txBody>
                    <a:bodyPr/>
                    <a:lstStyle/>
                    <a:p>
                      <a:pPr algn="l"/>
                      <a:r>
                        <a:rPr sz="1300" b="0" i="0" dirty="0">
                          <a:solidFill>
                            <a:srgbClr val="16202B"/>
                          </a:solidFill>
                          <a:latin typeface="Consolas"/>
                        </a:rPr>
                        <a:t>50%</a:t>
                      </a:r>
                    </a:p>
                  </a:txBody>
                  <a:tcPr marL="45720" marR="45720" marT="18288" marB="18288" anchor="ctr">
                    <a:noFill/>
                  </a:tcPr>
                </a:tc>
                <a:tc>
                  <a:txBody>
                    <a:bodyPr/>
                    <a:lstStyle/>
                    <a:p>
                      <a:pPr algn="r"/>
                      <a:r>
                        <a:rPr sz="1300" b="1" i="0" dirty="0">
                          <a:solidFill>
                            <a:srgbClr val="A5680B"/>
                          </a:solidFill>
                          <a:latin typeface="Consolas"/>
                        </a:rPr>
                        <a:t>≈ 17%</a:t>
                      </a:r>
                    </a:p>
                  </a:txBody>
                  <a:tcPr marL="45720" marR="45720" marT="18288" marB="18288" anchor="ctr">
                    <a:noFill/>
                  </a:tcPr>
                </a:tc>
                <a:extLst>
                  <a:ext uri="{0D108BD9-81ED-4DB2-BD59-A6C34878D82A}">
                    <a16:rowId xmlns:a16="http://schemas.microsoft.com/office/drawing/2014/main" val="10003"/>
                  </a:ext>
                </a:extLst>
              </a:tr>
              <a:tr h="306324">
                <a:tc>
                  <a:txBody>
                    <a:bodyPr/>
                    <a:lstStyle/>
                    <a:p>
                      <a:pPr algn="l"/>
                      <a:r>
                        <a:rPr sz="1300" b="0" i="0" dirty="0">
                          <a:solidFill>
                            <a:srgbClr val="16202B"/>
                          </a:solidFill>
                          <a:latin typeface="Consolas"/>
                        </a:rPr>
                        <a:t>70%</a:t>
                      </a:r>
                    </a:p>
                  </a:txBody>
                  <a:tcPr marL="45720" marR="45720" marT="18288" marB="18288" anchor="ctr">
                    <a:noFill/>
                  </a:tcPr>
                </a:tc>
                <a:tc>
                  <a:txBody>
                    <a:bodyPr/>
                    <a:lstStyle/>
                    <a:p>
                      <a:pPr algn="r"/>
                      <a:r>
                        <a:rPr sz="1300" b="1" i="0" dirty="0">
                          <a:solidFill>
                            <a:srgbClr val="A5680B"/>
                          </a:solidFill>
                          <a:latin typeface="Consolas"/>
                        </a:rPr>
                        <a:t>≈ 86%</a:t>
                      </a:r>
                    </a:p>
                  </a:txBody>
                  <a:tcPr marL="45720" marR="45720" marT="18288" marB="18288" anchor="ctr">
                    <a:noFill/>
                  </a:tcPr>
                </a:tc>
                <a:extLst>
                  <a:ext uri="{0D108BD9-81ED-4DB2-BD59-A6C34878D82A}">
                    <a16:rowId xmlns:a16="http://schemas.microsoft.com/office/drawing/2014/main" val="10004"/>
                  </a:ext>
                </a:extLst>
              </a:tr>
              <a:tr h="306324">
                <a:tc>
                  <a:txBody>
                    <a:bodyPr/>
                    <a:lstStyle/>
                    <a:p>
                      <a:pPr algn="l"/>
                      <a:r>
                        <a:rPr sz="1300" b="0" i="0">
                          <a:solidFill>
                            <a:srgbClr val="16202B"/>
                          </a:solidFill>
                          <a:latin typeface="Consolas"/>
                        </a:rPr>
                        <a:t>90%</a:t>
                      </a:r>
                    </a:p>
                  </a:txBody>
                  <a:tcPr marL="45720" marR="45720" marT="18288" marB="18288" anchor="ctr">
                    <a:noFill/>
                  </a:tcPr>
                </a:tc>
                <a:tc>
                  <a:txBody>
                    <a:bodyPr/>
                    <a:lstStyle/>
                    <a:p>
                      <a:pPr algn="r"/>
                      <a:r>
                        <a:rPr sz="1300" b="1" i="0" dirty="0">
                          <a:solidFill>
                            <a:srgbClr val="A5680B"/>
                          </a:solidFill>
                          <a:latin typeface="Consolas"/>
                        </a:rPr>
                        <a:t>≈ 100%</a:t>
                      </a:r>
                    </a:p>
                  </a:txBody>
                  <a:tcPr marL="45720" marR="45720" marT="18288" marB="18288" anchor="ctr">
                    <a:noFill/>
                  </a:tcPr>
                </a:tc>
                <a:extLst>
                  <a:ext uri="{0D108BD9-81ED-4DB2-BD59-A6C34878D82A}">
                    <a16:rowId xmlns:a16="http://schemas.microsoft.com/office/drawing/2014/main" val="10005"/>
                  </a:ext>
                </a:extLst>
              </a:tr>
            </a:tbl>
          </a:graphicData>
        </a:graphic>
      </p:graphicFrame>
      <p:sp>
        <p:nvSpPr>
          <p:cNvPr id="26" name="TextBox 25"/>
          <p:cNvSpPr txBox="1"/>
          <p:nvPr/>
        </p:nvSpPr>
        <p:spPr>
          <a:xfrm>
            <a:off x="6995160" y="5074920"/>
            <a:ext cx="4206240" cy="777240"/>
          </a:xfrm>
          <a:prstGeom prst="rect">
            <a:avLst/>
          </a:prstGeom>
          <a:noFill/>
        </p:spPr>
        <p:txBody>
          <a:bodyPr wrap="square" lIns="0" tIns="0" rIns="0" bIns="0" anchor="t">
            <a:spAutoFit/>
          </a:bodyPr>
          <a:lstStyle/>
          <a:p>
            <a:r>
              <a:rPr sz="1150" b="0" i="1" dirty="0">
                <a:solidFill>
                  <a:srgbClr val="16202B"/>
                </a:solidFill>
                <a:latin typeface="Segoe UI"/>
              </a:rPr>
              <a:t>→ </a:t>
            </a:r>
            <a:r>
              <a:rPr sz="1150" b="0" i="1" dirty="0" err="1">
                <a:solidFill>
                  <a:srgbClr val="16202B"/>
                </a:solidFill>
                <a:latin typeface="Segoe UI"/>
              </a:rPr>
              <a:t>Độ</a:t>
            </a:r>
            <a:r>
              <a:rPr sz="1150" b="0" i="1" dirty="0">
                <a:solidFill>
                  <a:srgbClr val="16202B"/>
                </a:solidFill>
                <a:latin typeface="Segoe UI"/>
              </a:rPr>
              <a:t> </a:t>
            </a:r>
            <a:r>
              <a:rPr sz="1150" b="0" i="1" dirty="0" err="1">
                <a:solidFill>
                  <a:srgbClr val="16202B"/>
                </a:solidFill>
                <a:latin typeface="Segoe UI"/>
              </a:rPr>
              <a:t>tự</a:t>
            </a:r>
            <a:r>
              <a:rPr sz="1150" b="0" i="1" dirty="0">
                <a:solidFill>
                  <a:srgbClr val="16202B"/>
                </a:solidFill>
                <a:latin typeface="Segoe UI"/>
              </a:rPr>
              <a:t> tin 50% </a:t>
            </a:r>
            <a:r>
              <a:rPr sz="1150" b="0" i="1" dirty="0" err="1">
                <a:solidFill>
                  <a:srgbClr val="16202B"/>
                </a:solidFill>
                <a:latin typeface="Segoe UI"/>
              </a:rPr>
              <a:t>chỉ</a:t>
            </a:r>
            <a:r>
              <a:rPr sz="1150" b="0" i="1" dirty="0">
                <a:solidFill>
                  <a:srgbClr val="16202B"/>
                </a:solidFill>
                <a:latin typeface="Segoe UI"/>
              </a:rPr>
              <a:t> </a:t>
            </a:r>
            <a:r>
              <a:rPr sz="1150" b="0" i="1" dirty="0" err="1">
                <a:solidFill>
                  <a:srgbClr val="16202B"/>
                </a:solidFill>
                <a:latin typeface="Segoe UI"/>
              </a:rPr>
              <a:t>tương</a:t>
            </a:r>
            <a:r>
              <a:rPr sz="1150" b="0" i="1" dirty="0">
                <a:solidFill>
                  <a:srgbClr val="16202B"/>
                </a:solidFill>
                <a:latin typeface="Segoe UI"/>
              </a:rPr>
              <a:t> </a:t>
            </a:r>
            <a:r>
              <a:rPr sz="1150" b="0" i="1" dirty="0" err="1">
                <a:solidFill>
                  <a:srgbClr val="16202B"/>
                </a:solidFill>
                <a:latin typeface="Segoe UI"/>
              </a:rPr>
              <a:t>ứng</a:t>
            </a:r>
            <a:r>
              <a:rPr sz="1150" b="0" i="1" dirty="0">
                <a:solidFill>
                  <a:srgbClr val="16202B"/>
                </a:solidFill>
                <a:latin typeface="Segoe UI"/>
              </a:rPr>
              <a:t> 17% </a:t>
            </a:r>
            <a:r>
              <a:rPr sz="1150" b="0" i="1" dirty="0" err="1">
                <a:solidFill>
                  <a:srgbClr val="16202B"/>
                </a:solidFill>
                <a:latin typeface="Segoe UI"/>
              </a:rPr>
              <a:t>khả</a:t>
            </a:r>
            <a:r>
              <a:rPr sz="1150" b="0" i="1" dirty="0">
                <a:solidFill>
                  <a:srgbClr val="16202B"/>
                </a:solidFill>
                <a:latin typeface="Segoe UI"/>
              </a:rPr>
              <a:t> </a:t>
            </a:r>
            <a:r>
              <a:rPr sz="1150" b="0" i="1" dirty="0" err="1">
                <a:solidFill>
                  <a:srgbClr val="16202B"/>
                </a:solidFill>
                <a:latin typeface="Segoe UI"/>
              </a:rPr>
              <a:t>năng</a:t>
            </a:r>
            <a:r>
              <a:rPr sz="1150" b="0" i="1" dirty="0">
                <a:solidFill>
                  <a:srgbClr val="16202B"/>
                </a:solidFill>
                <a:latin typeface="Segoe UI"/>
              </a:rPr>
              <a:t> </a:t>
            </a:r>
            <a:r>
              <a:rPr sz="1150" b="0" i="1" dirty="0" err="1">
                <a:solidFill>
                  <a:srgbClr val="16202B"/>
                </a:solidFill>
                <a:latin typeface="Segoe UI"/>
              </a:rPr>
              <a:t>đúng</a:t>
            </a:r>
            <a:r>
              <a:rPr sz="1150" b="0" i="1" dirty="0">
                <a:solidFill>
                  <a:srgbClr val="16202B"/>
                </a:solidFill>
                <a:latin typeface="Segoe UI"/>
              </a:rPr>
              <a:t> </a:t>
            </a:r>
            <a:r>
              <a:rPr sz="1150" b="0" i="1" dirty="0" err="1">
                <a:solidFill>
                  <a:srgbClr val="16202B"/>
                </a:solidFill>
                <a:latin typeface="Segoe UI"/>
              </a:rPr>
              <a:t>thật</a:t>
            </a:r>
            <a:r>
              <a:rPr sz="1150" b="0" i="1" dirty="0">
                <a:solidFill>
                  <a:srgbClr val="16202B"/>
                </a:solidFill>
                <a:latin typeface="Segoe UI"/>
              </a:rPr>
              <a:t> — </a:t>
            </a:r>
            <a:r>
              <a:rPr sz="1150" b="0" i="1" dirty="0" err="1">
                <a:solidFill>
                  <a:srgbClr val="16202B"/>
                </a:solidFill>
                <a:latin typeface="Segoe UI"/>
              </a:rPr>
              <a:t>vì</a:t>
            </a:r>
            <a:r>
              <a:rPr sz="1150" b="0" i="1" dirty="0">
                <a:solidFill>
                  <a:srgbClr val="16202B"/>
                </a:solidFill>
                <a:latin typeface="Segoe UI"/>
              </a:rPr>
              <a:t> </a:t>
            </a:r>
            <a:r>
              <a:rPr sz="1150" b="0" i="1" dirty="0" err="1">
                <a:solidFill>
                  <a:srgbClr val="16202B"/>
                </a:solidFill>
                <a:latin typeface="Segoe UI"/>
              </a:rPr>
              <a:t>vậy</a:t>
            </a:r>
            <a:r>
              <a:rPr sz="1150" b="0" i="1" dirty="0">
                <a:solidFill>
                  <a:srgbClr val="16202B"/>
                </a:solidFill>
                <a:latin typeface="Segoe UI"/>
              </a:rPr>
              <a:t> KHÔNG </a:t>
            </a:r>
            <a:r>
              <a:rPr sz="1150" b="0" i="1" dirty="0" err="1">
                <a:solidFill>
                  <a:srgbClr val="16202B"/>
                </a:solidFill>
                <a:latin typeface="Segoe UI"/>
              </a:rPr>
              <a:t>thể</a:t>
            </a:r>
            <a:r>
              <a:rPr sz="1150" b="0" i="1" dirty="0">
                <a:solidFill>
                  <a:srgbClr val="16202B"/>
                </a:solidFill>
                <a:latin typeface="Segoe UI"/>
              </a:rPr>
              <a:t> </a:t>
            </a:r>
            <a:r>
              <a:rPr sz="1150" b="0" i="1" dirty="0" err="1">
                <a:solidFill>
                  <a:srgbClr val="16202B"/>
                </a:solidFill>
                <a:latin typeface="Segoe UI"/>
              </a:rPr>
              <a:t>dùng</a:t>
            </a:r>
            <a:r>
              <a:rPr sz="1150" b="0" i="1" dirty="0">
                <a:solidFill>
                  <a:srgbClr val="16202B"/>
                </a:solidFill>
                <a:latin typeface="Segoe UI"/>
              </a:rPr>
              <a:t> </a:t>
            </a:r>
            <a:r>
              <a:rPr sz="1150" b="0" i="1" dirty="0" err="1">
                <a:solidFill>
                  <a:srgbClr val="16202B"/>
                </a:solidFill>
                <a:latin typeface="Segoe UI"/>
              </a:rPr>
              <a:t>thẳng</a:t>
            </a:r>
            <a:r>
              <a:rPr sz="1150" b="0" i="1" dirty="0">
                <a:solidFill>
                  <a:srgbClr val="16202B"/>
                </a:solidFill>
                <a:latin typeface="Segoe UI"/>
              </a:rPr>
              <a:t> </a:t>
            </a:r>
            <a:r>
              <a:rPr sz="1150" b="0" i="1" dirty="0" err="1">
                <a:solidFill>
                  <a:srgbClr val="16202B"/>
                </a:solidFill>
                <a:latin typeface="Segoe UI"/>
              </a:rPr>
              <a:t>độ</a:t>
            </a:r>
            <a:r>
              <a:rPr sz="1150" b="0" i="1" dirty="0">
                <a:solidFill>
                  <a:srgbClr val="16202B"/>
                </a:solidFill>
                <a:latin typeface="Segoe UI"/>
              </a:rPr>
              <a:t> </a:t>
            </a:r>
            <a:r>
              <a:rPr sz="1150" b="0" i="1" dirty="0" err="1">
                <a:solidFill>
                  <a:srgbClr val="16202B"/>
                </a:solidFill>
                <a:latin typeface="Segoe UI"/>
              </a:rPr>
              <a:t>tự</a:t>
            </a:r>
            <a:r>
              <a:rPr sz="1150" b="0" i="1" dirty="0">
                <a:solidFill>
                  <a:srgbClr val="16202B"/>
                </a:solidFill>
                <a:latin typeface="Segoe UI"/>
              </a:rPr>
              <a:t> tin </a:t>
            </a:r>
            <a:r>
              <a:rPr sz="1150" b="0" i="1" dirty="0" err="1">
                <a:solidFill>
                  <a:srgbClr val="16202B"/>
                </a:solidFill>
                <a:latin typeface="Segoe UI"/>
              </a:rPr>
              <a:t>thô</a:t>
            </a:r>
            <a:r>
              <a:rPr sz="1150" b="0" i="1" dirty="0">
                <a:solidFill>
                  <a:srgbClr val="16202B"/>
                </a:solidFill>
                <a:latin typeface="Segoe UI"/>
              </a:rPr>
              <a:t> </a:t>
            </a:r>
            <a:r>
              <a:rPr sz="1150" b="0" i="1" dirty="0" err="1">
                <a:solidFill>
                  <a:srgbClr val="16202B"/>
                </a:solidFill>
                <a:latin typeface="Segoe UI"/>
              </a:rPr>
              <a:t>để</a:t>
            </a:r>
            <a:r>
              <a:rPr sz="1150" b="0" i="1" dirty="0">
                <a:solidFill>
                  <a:srgbClr val="16202B"/>
                </a:solidFill>
                <a:latin typeface="Segoe UI"/>
              </a:rPr>
              <a:t> </a:t>
            </a:r>
            <a:r>
              <a:rPr sz="1150" b="0" i="1" dirty="0" err="1">
                <a:solidFill>
                  <a:srgbClr val="16202B"/>
                </a:solidFill>
                <a:latin typeface="Segoe UI"/>
              </a:rPr>
              <a:t>đánh</a:t>
            </a:r>
            <a:r>
              <a:rPr sz="1150" b="0" i="1" dirty="0">
                <a:solidFill>
                  <a:srgbClr val="16202B"/>
                </a:solidFill>
                <a:latin typeface="Segoe UI"/>
              </a:rPr>
              <a:t> </a:t>
            </a:r>
            <a:r>
              <a:rPr sz="1150" b="0" i="1" dirty="0" err="1">
                <a:solidFill>
                  <a:srgbClr val="16202B"/>
                </a:solidFill>
                <a:latin typeface="Segoe UI"/>
              </a:rPr>
              <a:t>giá</a:t>
            </a:r>
            <a:r>
              <a:rPr sz="1150" b="0" i="1" dirty="0">
                <a:solidFill>
                  <a:srgbClr val="16202B"/>
                </a:solidFill>
                <a:latin typeface="Segoe UI"/>
              </a:rPr>
              <a:t> </a:t>
            </a:r>
            <a:r>
              <a:rPr sz="1150" b="0" i="1" dirty="0" err="1">
                <a:solidFill>
                  <a:srgbClr val="16202B"/>
                </a:solidFill>
                <a:latin typeface="Segoe UI"/>
              </a:rPr>
              <a:t>mức</a:t>
            </a:r>
            <a:r>
              <a:rPr sz="1150" b="0" i="1" dirty="0">
                <a:solidFill>
                  <a:srgbClr val="16202B"/>
                </a:solidFill>
                <a:latin typeface="Segoe UI"/>
              </a:rPr>
              <a:t> </a:t>
            </a:r>
            <a:r>
              <a:rPr sz="1150" b="0" i="1" dirty="0" err="1">
                <a:solidFill>
                  <a:srgbClr val="16202B"/>
                </a:solidFill>
                <a:latin typeface="Segoe UI"/>
              </a:rPr>
              <a:t>phân</a:t>
            </a:r>
            <a:r>
              <a:rPr sz="1150" b="0" i="1" dirty="0">
                <a:solidFill>
                  <a:srgbClr val="16202B"/>
                </a:solidFill>
                <a:latin typeface="Segoe UI"/>
              </a:rPr>
              <a:t> </a:t>
            </a:r>
            <a:r>
              <a:rPr sz="1150" b="0" i="1" dirty="0" err="1">
                <a:solidFill>
                  <a:srgbClr val="16202B"/>
                </a:solidFill>
                <a:latin typeface="Segoe UI"/>
              </a:rPr>
              <a:t>vân</a:t>
            </a:r>
            <a:r>
              <a:rPr sz="1150" b="0" i="1" dirty="0">
                <a:solidFill>
                  <a:srgbClr val="16202B"/>
                </a:solidFill>
                <a:latin typeface="Segoe UI"/>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502920"/>
            <a:ext cx="9144000" cy="365760"/>
          </a:xfrm>
          <a:prstGeom prst="rect">
            <a:avLst/>
          </a:prstGeom>
          <a:noFill/>
        </p:spPr>
        <p:txBody>
          <a:bodyPr wrap="square" lIns="0" tIns="0" rIns="0" bIns="0" anchor="t">
            <a:spAutoFit/>
          </a:bodyPr>
          <a:lstStyle/>
          <a:p>
            <a:r>
              <a:rPr sz="1200" b="1" i="0" spc="120">
                <a:solidFill>
                  <a:srgbClr val="0E8F82"/>
                </a:solidFill>
                <a:latin typeface="Consolas"/>
              </a:rPr>
              <a:t>CƠ SỞ LÝ THUYẾT · 2/2</a:t>
            </a:r>
          </a:p>
        </p:txBody>
      </p:sp>
      <p:sp>
        <p:nvSpPr>
          <p:cNvPr id="4" name="TextBox 3"/>
          <p:cNvSpPr txBox="1"/>
          <p:nvPr/>
        </p:nvSpPr>
        <p:spPr>
          <a:xfrm>
            <a:off x="9692640" y="530352"/>
            <a:ext cx="1828800" cy="320040"/>
          </a:xfrm>
          <a:prstGeom prst="rect">
            <a:avLst/>
          </a:prstGeom>
          <a:noFill/>
        </p:spPr>
        <p:txBody>
          <a:bodyPr wrap="square" lIns="0" tIns="0" rIns="0" bIns="0" anchor="t">
            <a:spAutoFit/>
          </a:bodyPr>
          <a:lstStyle/>
          <a:p>
            <a:pPr algn="r"/>
            <a:r>
              <a:rPr sz="950" b="0" i="0" spc="100">
                <a:solidFill>
                  <a:srgbClr val="8F9CA8"/>
                </a:solidFill>
                <a:latin typeface="Consolas"/>
              </a:rPr>
              <a:t>BỔ SUNG</a:t>
            </a:r>
          </a:p>
        </p:txBody>
      </p:sp>
      <p:cxnSp>
        <p:nvCxnSpPr>
          <p:cNvPr id="5" name="Connector 4"/>
          <p:cNvCxnSpPr/>
          <p:nvPr/>
        </p:nvCxnSpPr>
        <p:spPr>
          <a:xfrm>
            <a:off x="685800" y="6382512"/>
            <a:ext cx="10820095" cy="0"/>
          </a:xfrm>
          <a:prstGeom prst="line">
            <a:avLst/>
          </a:prstGeom>
          <a:ln w="9525">
            <a:solidFill>
              <a:srgbClr val="D6E0E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868680"/>
            <a:ext cx="10607040" cy="1005840"/>
          </a:xfrm>
          <a:prstGeom prst="rect">
            <a:avLst/>
          </a:prstGeom>
          <a:noFill/>
        </p:spPr>
        <p:txBody>
          <a:bodyPr wrap="square" lIns="0" tIns="0" rIns="0" bIns="0" anchor="t">
            <a:spAutoFit/>
          </a:bodyPr>
          <a:lstStyle/>
          <a:p>
            <a:r>
              <a:rPr sz="2400" b="1" i="0">
                <a:solidFill>
                  <a:srgbClr val="16202B"/>
                </a:solidFill>
                <a:latin typeface="Segoe UI"/>
              </a:rPr>
              <a:t>Entropy nhị phân — đo đúng lượng thông tin của 1 câu hỏi Đúng/Sai</a:t>
            </a:r>
          </a:p>
        </p:txBody>
      </p:sp>
      <p:sp>
        <p:nvSpPr>
          <p:cNvPr id="7" name="Rounded Rectangle 6"/>
          <p:cNvSpPr/>
          <p:nvPr/>
        </p:nvSpPr>
        <p:spPr>
          <a:xfrm>
            <a:off x="685800" y="1920240"/>
            <a:ext cx="5074920" cy="1417320"/>
          </a:xfrm>
          <a:prstGeom prst="roundRect">
            <a:avLst>
              <a:gd name="adj" fmla="val 10000"/>
            </a:avLst>
          </a:prstGeom>
          <a:solidFill>
            <a:srgbClr val="FFFFFF"/>
          </a:solidFill>
          <a:ln w="12700">
            <a:solidFill>
              <a:srgbClr val="D6E0E8"/>
            </a:solidFill>
          </a:ln>
          <a:effectLst/>
        </p:spPr>
        <p:style>
          <a:lnRef idx="1">
            <a:schemeClr val="accent1"/>
          </a:lnRef>
          <a:fillRef idx="3">
            <a:schemeClr val="accent1"/>
          </a:fillRef>
          <a:effectRef idx="2">
            <a:schemeClr val="accent1"/>
          </a:effectRef>
          <a:fontRef idx="minor">
            <a:schemeClr val="lt1"/>
          </a:fontRef>
        </p:style>
        <p:txBody>
          <a:bodyPr wrap="square" lIns="292608" tIns="137160" rIns="292608" bIns="137160" rtlCol="0" anchor="ctr"/>
          <a:lstStyle/>
          <a:p>
            <a:pPr algn="ctr"/>
            <a:r>
              <a:rPr sz="1450" b="0" i="0" dirty="0" err="1">
                <a:solidFill>
                  <a:srgbClr val="16202B"/>
                </a:solidFill>
                <a:latin typeface="Consolas"/>
              </a:rPr>
              <a:t>h_b</a:t>
            </a:r>
            <a:r>
              <a:rPr sz="1450" b="0" i="0" dirty="0">
                <a:solidFill>
                  <a:srgbClr val="16202B"/>
                </a:solidFill>
                <a:latin typeface="Consolas"/>
              </a:rPr>
              <a:t>(p̂) = −p̂·log(p̂) − (1−p̂)·log(1−p̂)</a:t>
            </a:r>
          </a:p>
          <a:p>
            <a:pPr>
              <a:spcBef>
                <a:spcPts val="800"/>
              </a:spcBef>
            </a:pPr>
            <a:r>
              <a:rPr sz="1050" b="0" i="1" dirty="0">
                <a:solidFill>
                  <a:srgbClr val="5B6B7C"/>
                </a:solidFill>
                <a:latin typeface="Consolas"/>
              </a:rPr>
              <a:t>// entropy </a:t>
            </a:r>
            <a:r>
              <a:rPr sz="1050" b="0" i="1" dirty="0" err="1">
                <a:solidFill>
                  <a:srgbClr val="5B6B7C"/>
                </a:solidFill>
                <a:latin typeface="Consolas"/>
              </a:rPr>
              <a:t>nhị</a:t>
            </a:r>
            <a:r>
              <a:rPr sz="1050" b="0" i="1" dirty="0">
                <a:solidFill>
                  <a:srgbClr val="5B6B7C"/>
                </a:solidFill>
                <a:latin typeface="Consolas"/>
              </a:rPr>
              <a:t> </a:t>
            </a:r>
            <a:r>
              <a:rPr sz="1050" b="0" i="1" dirty="0" err="1">
                <a:solidFill>
                  <a:srgbClr val="5B6B7C"/>
                </a:solidFill>
                <a:latin typeface="Consolas"/>
              </a:rPr>
              <a:t>phân</a:t>
            </a:r>
            <a:r>
              <a:rPr sz="1050" b="0" i="1" dirty="0">
                <a:solidFill>
                  <a:srgbClr val="5B6B7C"/>
                </a:solidFill>
                <a:latin typeface="Consolas"/>
              </a:rPr>
              <a:t> — </a:t>
            </a:r>
            <a:r>
              <a:rPr sz="1050" b="0" i="1" dirty="0" err="1">
                <a:solidFill>
                  <a:srgbClr val="5B6B7C"/>
                </a:solidFill>
                <a:latin typeface="Consolas"/>
              </a:rPr>
              <a:t>đạt</a:t>
            </a:r>
            <a:r>
              <a:rPr sz="1050" b="0" i="1" dirty="0">
                <a:solidFill>
                  <a:srgbClr val="5B6B7C"/>
                </a:solidFill>
                <a:latin typeface="Consolas"/>
              </a:rPr>
              <a:t> </a:t>
            </a:r>
            <a:r>
              <a:rPr sz="1050" b="0" i="1" dirty="0" err="1">
                <a:solidFill>
                  <a:srgbClr val="5B6B7C"/>
                </a:solidFill>
                <a:latin typeface="Consolas"/>
              </a:rPr>
              <a:t>cực</a:t>
            </a:r>
            <a:r>
              <a:rPr sz="1050" b="0" i="1" dirty="0">
                <a:solidFill>
                  <a:srgbClr val="5B6B7C"/>
                </a:solidFill>
                <a:latin typeface="Consolas"/>
              </a:rPr>
              <a:t> </a:t>
            </a:r>
            <a:r>
              <a:rPr sz="1050" b="0" i="1" dirty="0" err="1">
                <a:solidFill>
                  <a:srgbClr val="5B6B7C"/>
                </a:solidFill>
                <a:latin typeface="Consolas"/>
              </a:rPr>
              <a:t>đại</a:t>
            </a:r>
            <a:r>
              <a:rPr sz="1050" b="0" i="1" dirty="0">
                <a:solidFill>
                  <a:srgbClr val="5B6B7C"/>
                </a:solidFill>
                <a:latin typeface="Consolas"/>
              </a:rPr>
              <a:t> </a:t>
            </a:r>
            <a:r>
              <a:rPr sz="1050" b="0" i="1" dirty="0" err="1">
                <a:solidFill>
                  <a:srgbClr val="5B6B7C"/>
                </a:solidFill>
                <a:latin typeface="Consolas"/>
              </a:rPr>
              <a:t>tại</a:t>
            </a:r>
            <a:r>
              <a:rPr sz="1050" b="0" i="1" dirty="0">
                <a:solidFill>
                  <a:srgbClr val="5B6B7C"/>
                </a:solidFill>
                <a:latin typeface="Consolas"/>
              </a:rPr>
              <a:t> p̂ = 0.5</a:t>
            </a:r>
          </a:p>
        </p:txBody>
      </p:sp>
      <p:sp>
        <p:nvSpPr>
          <p:cNvPr id="8" name="TextBox 7"/>
          <p:cNvSpPr txBox="1"/>
          <p:nvPr/>
        </p:nvSpPr>
        <p:spPr>
          <a:xfrm>
            <a:off x="685800" y="3566160"/>
            <a:ext cx="5074920" cy="3200400"/>
          </a:xfrm>
          <a:prstGeom prst="rect">
            <a:avLst/>
          </a:prstGeom>
          <a:noFill/>
        </p:spPr>
        <p:txBody>
          <a:bodyPr wrap="square" lIns="0" tIns="0" rIns="0" bIns="0" anchor="t">
            <a:spAutoFit/>
          </a:bodyPr>
          <a:lstStyle/>
          <a:p>
            <a:pPr>
              <a:spcAft>
                <a:spcPts val="1584"/>
              </a:spcAft>
            </a:pPr>
            <a:r>
              <a:rPr sz="700" b="0" i="0" dirty="0">
                <a:solidFill>
                  <a:srgbClr val="0E8F82"/>
                </a:solidFill>
                <a:latin typeface="Segoe UI"/>
              </a:rPr>
              <a:t>⬤  </a:t>
            </a:r>
            <a:r>
              <a:rPr sz="1250" b="0" i="0" dirty="0" err="1">
                <a:solidFill>
                  <a:srgbClr val="16202B"/>
                </a:solidFill>
                <a:latin typeface="Segoe UI"/>
              </a:rPr>
              <a:t>Đây</a:t>
            </a:r>
            <a:r>
              <a:rPr sz="1250" b="0" i="0" dirty="0">
                <a:solidFill>
                  <a:srgbClr val="16202B"/>
                </a:solidFill>
                <a:latin typeface="Segoe UI"/>
              </a:rPr>
              <a:t> </a:t>
            </a:r>
            <a:r>
              <a:rPr sz="1250" b="0" i="0" dirty="0" err="1">
                <a:solidFill>
                  <a:srgbClr val="16202B"/>
                </a:solidFill>
                <a:latin typeface="Segoe UI"/>
              </a:rPr>
              <a:t>là</a:t>
            </a:r>
            <a:r>
              <a:rPr sz="1250" b="0" i="0" dirty="0">
                <a:solidFill>
                  <a:srgbClr val="16202B"/>
                </a:solidFill>
                <a:latin typeface="Segoe UI"/>
              </a:rPr>
              <a:t> </a:t>
            </a:r>
            <a:r>
              <a:rPr sz="1250" b="0" i="0" dirty="0" err="1">
                <a:solidFill>
                  <a:srgbClr val="16202B"/>
                </a:solidFill>
                <a:latin typeface="Segoe UI"/>
              </a:rPr>
              <a:t>công</a:t>
            </a:r>
            <a:r>
              <a:rPr sz="1250" b="0" i="0" dirty="0">
                <a:solidFill>
                  <a:srgbClr val="16202B"/>
                </a:solidFill>
                <a:latin typeface="Segoe UI"/>
              </a:rPr>
              <a:t> </a:t>
            </a:r>
            <a:r>
              <a:rPr sz="1250" b="0" i="0" dirty="0" err="1">
                <a:solidFill>
                  <a:srgbClr val="16202B"/>
                </a:solidFill>
                <a:latin typeface="Segoe UI"/>
              </a:rPr>
              <a:t>thức</a:t>
            </a:r>
            <a:r>
              <a:rPr sz="1250" b="0" i="0" dirty="0">
                <a:solidFill>
                  <a:srgbClr val="16202B"/>
                </a:solidFill>
                <a:latin typeface="Segoe UI"/>
              </a:rPr>
              <a:t> </a:t>
            </a:r>
            <a:r>
              <a:rPr sz="1250" b="0" i="0" dirty="0" err="1">
                <a:solidFill>
                  <a:srgbClr val="16202B"/>
                </a:solidFill>
                <a:latin typeface="Segoe UI"/>
              </a:rPr>
              <a:t>chuẩn</a:t>
            </a:r>
            <a:r>
              <a:rPr sz="1250" b="0" i="0" dirty="0">
                <a:solidFill>
                  <a:srgbClr val="16202B"/>
                </a:solidFill>
                <a:latin typeface="Segoe UI"/>
              </a:rPr>
              <a:t> </a:t>
            </a:r>
            <a:r>
              <a:rPr sz="1250" b="0" i="0" dirty="0" err="1">
                <a:solidFill>
                  <a:srgbClr val="16202B"/>
                </a:solidFill>
                <a:latin typeface="Segoe UI"/>
              </a:rPr>
              <a:t>trong</a:t>
            </a:r>
            <a:r>
              <a:rPr sz="1250" b="0" i="0" dirty="0">
                <a:solidFill>
                  <a:srgbClr val="16202B"/>
                </a:solidFill>
                <a:latin typeface="Segoe UI"/>
              </a:rPr>
              <a:t> </a:t>
            </a:r>
            <a:r>
              <a:rPr sz="1250" b="0" i="0" dirty="0" err="1">
                <a:solidFill>
                  <a:srgbClr val="16202B"/>
                </a:solidFill>
                <a:latin typeface="Segoe UI"/>
              </a:rPr>
              <a:t>lý</a:t>
            </a:r>
            <a:r>
              <a:rPr sz="1250" b="0" i="0" dirty="0">
                <a:solidFill>
                  <a:srgbClr val="16202B"/>
                </a:solidFill>
                <a:latin typeface="Segoe UI"/>
              </a:rPr>
              <a:t> </a:t>
            </a:r>
            <a:r>
              <a:rPr sz="1250" b="0" i="0" dirty="0" err="1">
                <a:solidFill>
                  <a:srgbClr val="16202B"/>
                </a:solidFill>
                <a:latin typeface="Segoe UI"/>
              </a:rPr>
              <a:t>thuyết</a:t>
            </a:r>
            <a:r>
              <a:rPr sz="1250" b="0" i="0" dirty="0">
                <a:solidFill>
                  <a:srgbClr val="16202B"/>
                </a:solidFill>
                <a:latin typeface="Segoe UI"/>
              </a:rPr>
              <a:t> </a:t>
            </a:r>
            <a:r>
              <a:rPr sz="1250" b="0" i="0" dirty="0" err="1">
                <a:solidFill>
                  <a:srgbClr val="16202B"/>
                </a:solidFill>
                <a:latin typeface="Segoe UI"/>
              </a:rPr>
              <a:t>thông</a:t>
            </a:r>
            <a:r>
              <a:rPr sz="1250" b="0" i="0" dirty="0">
                <a:solidFill>
                  <a:srgbClr val="16202B"/>
                </a:solidFill>
                <a:latin typeface="Segoe UI"/>
              </a:rPr>
              <a:t> tin, </a:t>
            </a:r>
            <a:r>
              <a:rPr sz="1250" b="0" i="0" dirty="0" err="1">
                <a:solidFill>
                  <a:srgbClr val="16202B"/>
                </a:solidFill>
                <a:latin typeface="Segoe UI"/>
              </a:rPr>
              <a:t>đo</a:t>
            </a:r>
            <a:r>
              <a:rPr sz="1250" b="0" i="0" dirty="0">
                <a:solidFill>
                  <a:srgbClr val="16202B"/>
                </a:solidFill>
                <a:latin typeface="Segoe UI"/>
              </a:rPr>
              <a:t> </a:t>
            </a:r>
            <a:r>
              <a:rPr sz="1250" b="0" i="0" dirty="0" err="1">
                <a:solidFill>
                  <a:srgbClr val="16202B"/>
                </a:solidFill>
                <a:latin typeface="Segoe UI"/>
              </a:rPr>
              <a:t>mức</a:t>
            </a:r>
            <a:r>
              <a:rPr sz="1250" b="0" i="0" dirty="0">
                <a:solidFill>
                  <a:srgbClr val="16202B"/>
                </a:solidFill>
                <a:latin typeface="Segoe UI"/>
              </a:rPr>
              <a:t> </a:t>
            </a:r>
            <a:r>
              <a:rPr sz="1250" b="0" i="0" dirty="0" err="1">
                <a:solidFill>
                  <a:srgbClr val="16202B"/>
                </a:solidFill>
                <a:latin typeface="Segoe UI"/>
              </a:rPr>
              <a:t>bất</a:t>
            </a:r>
            <a:r>
              <a:rPr sz="1250" b="0" i="0" dirty="0">
                <a:solidFill>
                  <a:srgbClr val="16202B"/>
                </a:solidFill>
                <a:latin typeface="Segoe UI"/>
              </a:rPr>
              <a:t> </a:t>
            </a:r>
            <a:r>
              <a:rPr sz="1250" b="0" i="0" dirty="0" err="1">
                <a:solidFill>
                  <a:srgbClr val="16202B"/>
                </a:solidFill>
                <a:latin typeface="Segoe UI"/>
              </a:rPr>
              <a:t>định</a:t>
            </a:r>
            <a:r>
              <a:rPr sz="1250" b="0" i="0" dirty="0">
                <a:solidFill>
                  <a:srgbClr val="16202B"/>
                </a:solidFill>
                <a:latin typeface="Segoe UI"/>
              </a:rPr>
              <a:t> </a:t>
            </a:r>
            <a:r>
              <a:rPr sz="1250" b="0" i="0" dirty="0" err="1">
                <a:solidFill>
                  <a:srgbClr val="16202B"/>
                </a:solidFill>
                <a:latin typeface="Segoe UI"/>
              </a:rPr>
              <a:t>của</a:t>
            </a:r>
            <a:r>
              <a:rPr sz="1250" b="0" i="0" dirty="0">
                <a:solidFill>
                  <a:srgbClr val="16202B"/>
                </a:solidFill>
                <a:latin typeface="Segoe UI"/>
              </a:rPr>
              <a:t> 1 </a:t>
            </a:r>
            <a:r>
              <a:rPr sz="1250" b="0" i="0" dirty="0" err="1">
                <a:solidFill>
                  <a:srgbClr val="16202B"/>
                </a:solidFill>
                <a:latin typeface="Segoe UI"/>
              </a:rPr>
              <a:t>sự</a:t>
            </a:r>
            <a:r>
              <a:rPr sz="1250" b="0" i="0" dirty="0">
                <a:solidFill>
                  <a:srgbClr val="16202B"/>
                </a:solidFill>
                <a:latin typeface="Segoe UI"/>
              </a:rPr>
              <a:t> </a:t>
            </a:r>
            <a:r>
              <a:rPr sz="1250" b="0" i="0" dirty="0" err="1">
                <a:solidFill>
                  <a:srgbClr val="16202B"/>
                </a:solidFill>
                <a:latin typeface="Segoe UI"/>
              </a:rPr>
              <a:t>kiện</a:t>
            </a:r>
            <a:r>
              <a:rPr sz="1250" b="0" i="0" dirty="0">
                <a:solidFill>
                  <a:srgbClr val="16202B"/>
                </a:solidFill>
                <a:latin typeface="Segoe UI"/>
              </a:rPr>
              <a:t> </a:t>
            </a:r>
            <a:r>
              <a:rPr sz="1250" b="0" i="0" dirty="0" err="1">
                <a:solidFill>
                  <a:srgbClr val="16202B"/>
                </a:solidFill>
                <a:latin typeface="Segoe UI"/>
              </a:rPr>
              <a:t>có</a:t>
            </a:r>
            <a:r>
              <a:rPr sz="1250" b="0" i="0" dirty="0">
                <a:solidFill>
                  <a:srgbClr val="16202B"/>
                </a:solidFill>
                <a:latin typeface="Segoe UI"/>
              </a:rPr>
              <a:t> 2 </a:t>
            </a:r>
            <a:r>
              <a:rPr sz="1250" b="0" i="0" dirty="0" err="1">
                <a:solidFill>
                  <a:srgbClr val="16202B"/>
                </a:solidFill>
                <a:latin typeface="Segoe UI"/>
              </a:rPr>
              <a:t>khả</a:t>
            </a:r>
            <a:r>
              <a:rPr sz="1250" b="0" i="0" dirty="0">
                <a:solidFill>
                  <a:srgbClr val="16202B"/>
                </a:solidFill>
                <a:latin typeface="Segoe UI"/>
              </a:rPr>
              <a:t> </a:t>
            </a:r>
            <a:r>
              <a:rPr sz="1250" b="0" i="0" dirty="0" err="1">
                <a:solidFill>
                  <a:srgbClr val="16202B"/>
                </a:solidFill>
                <a:latin typeface="Segoe UI"/>
              </a:rPr>
              <a:t>năng</a:t>
            </a:r>
            <a:r>
              <a:rPr sz="1250" b="0" i="0" dirty="0">
                <a:solidFill>
                  <a:srgbClr val="16202B"/>
                </a:solidFill>
                <a:latin typeface="Segoe UI"/>
              </a:rPr>
              <a:t>.</a:t>
            </a:r>
          </a:p>
          <a:p>
            <a:pPr>
              <a:spcAft>
                <a:spcPts val="1584"/>
              </a:spcAft>
            </a:pPr>
            <a:r>
              <a:rPr sz="700" b="0" i="0" dirty="0">
                <a:solidFill>
                  <a:srgbClr val="0E8F82"/>
                </a:solidFill>
                <a:latin typeface="Segoe UI"/>
              </a:rPr>
              <a:t>⬤  </a:t>
            </a:r>
            <a:r>
              <a:rPr sz="1250" b="0" i="0" dirty="0">
                <a:solidFill>
                  <a:srgbClr val="16202B"/>
                </a:solidFill>
                <a:latin typeface="Segoe UI"/>
              </a:rPr>
              <a:t>Theo </a:t>
            </a:r>
            <a:r>
              <a:rPr sz="1250" b="0" i="0" dirty="0" err="1">
                <a:solidFill>
                  <a:srgbClr val="16202B"/>
                </a:solidFill>
                <a:latin typeface="Segoe UI"/>
              </a:rPr>
              <a:t>quy</a:t>
            </a:r>
            <a:r>
              <a:rPr sz="1250" b="0" i="0" dirty="0">
                <a:solidFill>
                  <a:srgbClr val="16202B"/>
                </a:solidFill>
                <a:latin typeface="Segoe UI"/>
              </a:rPr>
              <a:t> </a:t>
            </a:r>
            <a:r>
              <a:rPr sz="1250" b="0" i="0" dirty="0" err="1">
                <a:solidFill>
                  <a:srgbClr val="16202B"/>
                </a:solidFill>
                <a:latin typeface="Segoe UI"/>
              </a:rPr>
              <a:t>tắc</a:t>
            </a:r>
            <a:r>
              <a:rPr sz="1250" b="0" i="0" dirty="0">
                <a:solidFill>
                  <a:srgbClr val="16202B"/>
                </a:solidFill>
                <a:latin typeface="Segoe UI"/>
              </a:rPr>
              <a:t> </a:t>
            </a:r>
            <a:r>
              <a:rPr sz="1250" b="0" i="0" dirty="0" err="1">
                <a:solidFill>
                  <a:srgbClr val="16202B"/>
                </a:solidFill>
                <a:latin typeface="Segoe UI"/>
              </a:rPr>
              <a:t>phân</a:t>
            </a:r>
            <a:r>
              <a:rPr sz="1250" b="0" i="0" dirty="0">
                <a:solidFill>
                  <a:srgbClr val="16202B"/>
                </a:solidFill>
                <a:latin typeface="Segoe UI"/>
              </a:rPr>
              <a:t> </a:t>
            </a:r>
            <a:r>
              <a:rPr sz="1250" b="0" i="0" dirty="0" err="1">
                <a:solidFill>
                  <a:srgbClr val="16202B"/>
                </a:solidFill>
                <a:latin typeface="Segoe UI"/>
              </a:rPr>
              <a:t>nhóm</a:t>
            </a:r>
            <a:r>
              <a:rPr sz="1250" b="0" i="0" dirty="0">
                <a:solidFill>
                  <a:srgbClr val="16202B"/>
                </a:solidFill>
                <a:latin typeface="Segoe UI"/>
              </a:rPr>
              <a:t> entropy: H(</a:t>
            </a:r>
            <a:r>
              <a:rPr sz="1250" b="0" i="0" dirty="0" err="1">
                <a:solidFill>
                  <a:srgbClr val="16202B"/>
                </a:solidFill>
                <a:latin typeface="Segoe UI"/>
              </a:rPr>
              <a:t>y|x</a:t>
            </a:r>
            <a:r>
              <a:rPr sz="1250" b="0" i="0" dirty="0">
                <a:solidFill>
                  <a:srgbClr val="16202B"/>
                </a:solidFill>
                <a:latin typeface="Segoe UI"/>
              </a:rPr>
              <a:t>) = </a:t>
            </a:r>
            <a:r>
              <a:rPr sz="1250" b="0" i="0" dirty="0" err="1">
                <a:solidFill>
                  <a:srgbClr val="16202B"/>
                </a:solidFill>
                <a:latin typeface="Segoe UI"/>
              </a:rPr>
              <a:t>h_b</a:t>
            </a:r>
            <a:r>
              <a:rPr sz="1250" b="0" i="0" dirty="0">
                <a:solidFill>
                  <a:srgbClr val="16202B"/>
                </a:solidFill>
                <a:latin typeface="Segoe UI"/>
              </a:rPr>
              <a:t>(p̂) + (1−p̂)·H(</a:t>
            </a:r>
            <a:r>
              <a:rPr sz="1250" b="0" i="0" dirty="0" err="1">
                <a:solidFill>
                  <a:srgbClr val="16202B"/>
                </a:solidFill>
                <a:latin typeface="Segoe UI"/>
              </a:rPr>
              <a:t>phần</a:t>
            </a:r>
            <a:r>
              <a:rPr sz="1250" b="0" i="0" dirty="0">
                <a:solidFill>
                  <a:srgbClr val="16202B"/>
                </a:solidFill>
                <a:latin typeface="Segoe UI"/>
              </a:rPr>
              <a:t> </a:t>
            </a:r>
            <a:r>
              <a:rPr sz="1250" b="0" i="0" dirty="0" err="1">
                <a:solidFill>
                  <a:srgbClr val="16202B"/>
                </a:solidFill>
                <a:latin typeface="Segoe UI"/>
              </a:rPr>
              <a:t>còn</a:t>
            </a:r>
            <a:r>
              <a:rPr sz="1250" b="0" i="0" dirty="0">
                <a:solidFill>
                  <a:srgbClr val="16202B"/>
                </a:solidFill>
                <a:latin typeface="Segoe UI"/>
              </a:rPr>
              <a:t> </a:t>
            </a:r>
            <a:r>
              <a:rPr sz="1250" b="0" i="0" dirty="0" err="1">
                <a:solidFill>
                  <a:srgbClr val="16202B"/>
                </a:solidFill>
                <a:latin typeface="Segoe UI"/>
              </a:rPr>
              <a:t>lại</a:t>
            </a:r>
            <a:r>
              <a:rPr sz="1250" b="0" i="0" dirty="0">
                <a:solidFill>
                  <a:srgbClr val="16202B"/>
                </a:solidFill>
                <a:latin typeface="Segoe UI"/>
              </a:rPr>
              <a:t>) — </a:t>
            </a:r>
            <a:r>
              <a:rPr sz="1250" b="0" i="0" dirty="0" err="1">
                <a:solidFill>
                  <a:srgbClr val="16202B"/>
                </a:solidFill>
                <a:latin typeface="Segoe UI"/>
              </a:rPr>
              <a:t>nghĩa</a:t>
            </a:r>
            <a:r>
              <a:rPr sz="1250" b="0" i="0" dirty="0">
                <a:solidFill>
                  <a:srgbClr val="16202B"/>
                </a:solidFill>
                <a:latin typeface="Segoe UI"/>
              </a:rPr>
              <a:t> </a:t>
            </a:r>
            <a:r>
              <a:rPr sz="1250" b="0" i="0" dirty="0" err="1">
                <a:solidFill>
                  <a:srgbClr val="16202B"/>
                </a:solidFill>
                <a:latin typeface="Segoe UI"/>
              </a:rPr>
              <a:t>là</a:t>
            </a:r>
            <a:r>
              <a:rPr sz="1250" b="0" i="0" dirty="0">
                <a:solidFill>
                  <a:srgbClr val="16202B"/>
                </a:solidFill>
                <a:latin typeface="Segoe UI"/>
              </a:rPr>
              <a:t> </a:t>
            </a:r>
            <a:r>
              <a:rPr sz="1250" b="0" i="0" dirty="0" err="1">
                <a:solidFill>
                  <a:srgbClr val="16202B"/>
                </a:solidFill>
                <a:latin typeface="Segoe UI"/>
              </a:rPr>
              <a:t>hỏi</a:t>
            </a:r>
            <a:r>
              <a:rPr sz="1250" b="0" i="0" dirty="0">
                <a:solidFill>
                  <a:srgbClr val="16202B"/>
                </a:solidFill>
                <a:latin typeface="Segoe UI"/>
              </a:rPr>
              <a:t> 1 </a:t>
            </a:r>
            <a:r>
              <a:rPr sz="1250" b="0" i="0" dirty="0" err="1">
                <a:solidFill>
                  <a:srgbClr val="16202B"/>
                </a:solidFill>
                <a:latin typeface="Segoe UI"/>
              </a:rPr>
              <a:t>câu</a:t>
            </a:r>
            <a:r>
              <a:rPr sz="1250" b="0" i="0" dirty="0">
                <a:solidFill>
                  <a:srgbClr val="16202B"/>
                </a:solidFill>
                <a:latin typeface="Segoe UI"/>
              </a:rPr>
              <a:t> </a:t>
            </a:r>
            <a:r>
              <a:rPr sz="1250" b="0" i="0" dirty="0" err="1">
                <a:solidFill>
                  <a:srgbClr val="16202B"/>
                </a:solidFill>
                <a:latin typeface="Segoe UI"/>
              </a:rPr>
              <a:t>Đúng</a:t>
            </a:r>
            <a:r>
              <a:rPr sz="1250" b="0" i="0" dirty="0">
                <a:solidFill>
                  <a:srgbClr val="16202B"/>
                </a:solidFill>
                <a:latin typeface="Segoe UI"/>
              </a:rPr>
              <a:t>/Sai </a:t>
            </a:r>
            <a:r>
              <a:rPr sz="1250" b="0" i="0" dirty="0" err="1">
                <a:solidFill>
                  <a:srgbClr val="16202B"/>
                </a:solidFill>
                <a:latin typeface="Segoe UI"/>
              </a:rPr>
              <a:t>làm</a:t>
            </a:r>
            <a:r>
              <a:rPr sz="1250" b="0" i="0" dirty="0">
                <a:solidFill>
                  <a:srgbClr val="16202B"/>
                </a:solidFill>
                <a:latin typeface="Segoe UI"/>
              </a:rPr>
              <a:t> </a:t>
            </a:r>
            <a:r>
              <a:rPr sz="1250" b="0" i="0" dirty="0" err="1">
                <a:solidFill>
                  <a:srgbClr val="16202B"/>
                </a:solidFill>
                <a:latin typeface="Segoe UI"/>
              </a:rPr>
              <a:t>giảm</a:t>
            </a:r>
            <a:r>
              <a:rPr sz="1250" b="0" i="0" dirty="0">
                <a:solidFill>
                  <a:srgbClr val="16202B"/>
                </a:solidFill>
                <a:latin typeface="Segoe UI"/>
              </a:rPr>
              <a:t> </a:t>
            </a:r>
            <a:r>
              <a:rPr sz="1250" b="0" i="0" dirty="0" err="1">
                <a:solidFill>
                  <a:srgbClr val="16202B"/>
                </a:solidFill>
                <a:latin typeface="Segoe UI"/>
              </a:rPr>
              <a:t>đúng</a:t>
            </a:r>
            <a:r>
              <a:rPr sz="1250" b="0" i="0" dirty="0">
                <a:solidFill>
                  <a:srgbClr val="16202B"/>
                </a:solidFill>
                <a:latin typeface="Segoe UI"/>
              </a:rPr>
              <a:t> </a:t>
            </a:r>
            <a:r>
              <a:rPr sz="1250" b="0" i="0" dirty="0" err="1">
                <a:solidFill>
                  <a:srgbClr val="16202B"/>
                </a:solidFill>
                <a:latin typeface="Segoe UI"/>
              </a:rPr>
              <a:t>h_b</a:t>
            </a:r>
            <a:r>
              <a:rPr sz="1250" b="0" i="0" dirty="0">
                <a:solidFill>
                  <a:srgbClr val="16202B"/>
                </a:solidFill>
                <a:latin typeface="Segoe UI"/>
              </a:rPr>
              <a:t>(p̂) </a:t>
            </a:r>
            <a:r>
              <a:rPr sz="1250" b="0" i="0" dirty="0" err="1">
                <a:solidFill>
                  <a:srgbClr val="16202B"/>
                </a:solidFill>
                <a:latin typeface="Segoe UI"/>
              </a:rPr>
              <a:t>lượng</a:t>
            </a:r>
            <a:r>
              <a:rPr sz="1250" b="0" i="0" dirty="0">
                <a:solidFill>
                  <a:srgbClr val="16202B"/>
                </a:solidFill>
                <a:latin typeface="Segoe UI"/>
              </a:rPr>
              <a:t> </a:t>
            </a:r>
            <a:r>
              <a:rPr sz="1250" b="0" i="0" dirty="0" err="1">
                <a:solidFill>
                  <a:srgbClr val="16202B"/>
                </a:solidFill>
                <a:latin typeface="Segoe UI"/>
              </a:rPr>
              <a:t>bất</a:t>
            </a:r>
            <a:r>
              <a:rPr sz="1250" b="0" i="0" dirty="0">
                <a:solidFill>
                  <a:srgbClr val="16202B"/>
                </a:solidFill>
                <a:latin typeface="Segoe UI"/>
              </a:rPr>
              <a:t> </a:t>
            </a:r>
            <a:r>
              <a:rPr sz="1250" b="0" i="0" dirty="0" err="1">
                <a:solidFill>
                  <a:srgbClr val="16202B"/>
                </a:solidFill>
                <a:latin typeface="Segoe UI"/>
              </a:rPr>
              <a:t>định</a:t>
            </a:r>
            <a:r>
              <a:rPr sz="1250" b="0" i="0" dirty="0">
                <a:solidFill>
                  <a:srgbClr val="16202B"/>
                </a:solidFill>
                <a:latin typeface="Segoe UI"/>
              </a:rPr>
              <a:t> </a:t>
            </a:r>
            <a:r>
              <a:rPr sz="1250" b="0" i="0" dirty="0" err="1">
                <a:solidFill>
                  <a:srgbClr val="16202B"/>
                </a:solidFill>
                <a:latin typeface="Segoe UI"/>
              </a:rPr>
              <a:t>kỳ</a:t>
            </a:r>
            <a:r>
              <a:rPr sz="1250" b="0" i="0" dirty="0">
                <a:solidFill>
                  <a:srgbClr val="16202B"/>
                </a:solidFill>
                <a:latin typeface="Segoe UI"/>
              </a:rPr>
              <a:t> </a:t>
            </a:r>
            <a:r>
              <a:rPr sz="1250" b="0" i="0" dirty="0" err="1">
                <a:solidFill>
                  <a:srgbClr val="16202B"/>
                </a:solidFill>
                <a:latin typeface="Segoe UI"/>
              </a:rPr>
              <a:t>vọng</a:t>
            </a:r>
            <a:r>
              <a:rPr sz="1250" b="0" i="0" dirty="0">
                <a:solidFill>
                  <a:srgbClr val="16202B"/>
                </a:solidFill>
                <a:latin typeface="Segoe UI"/>
              </a:rPr>
              <a:t>, </a:t>
            </a:r>
            <a:r>
              <a:rPr sz="1250" b="0" i="0" dirty="0" err="1">
                <a:solidFill>
                  <a:srgbClr val="16202B"/>
                </a:solidFill>
                <a:latin typeface="Segoe UI"/>
              </a:rPr>
              <a:t>không</a:t>
            </a:r>
            <a:r>
              <a:rPr sz="1250" b="0" i="0" dirty="0">
                <a:solidFill>
                  <a:srgbClr val="16202B"/>
                </a:solidFill>
                <a:latin typeface="Segoe UI"/>
              </a:rPr>
              <a:t> </a:t>
            </a:r>
            <a:r>
              <a:rPr sz="1250" b="0" i="0" dirty="0" err="1">
                <a:solidFill>
                  <a:srgbClr val="16202B"/>
                </a:solidFill>
                <a:latin typeface="Segoe UI"/>
              </a:rPr>
              <a:t>hơn</a:t>
            </a:r>
            <a:r>
              <a:rPr sz="1250" b="0" i="0" dirty="0">
                <a:solidFill>
                  <a:srgbClr val="16202B"/>
                </a:solidFill>
                <a:latin typeface="Segoe UI"/>
              </a:rPr>
              <a:t> </a:t>
            </a:r>
            <a:r>
              <a:rPr sz="1250" b="0" i="0" dirty="0" err="1">
                <a:solidFill>
                  <a:srgbClr val="16202B"/>
                </a:solidFill>
                <a:latin typeface="Segoe UI"/>
              </a:rPr>
              <a:t>không</a:t>
            </a:r>
            <a:r>
              <a:rPr sz="1250" b="0" i="0" dirty="0">
                <a:solidFill>
                  <a:srgbClr val="16202B"/>
                </a:solidFill>
                <a:latin typeface="Segoe UI"/>
              </a:rPr>
              <a:t> </a:t>
            </a:r>
            <a:r>
              <a:rPr sz="1250" b="0" i="0" dirty="0" err="1">
                <a:solidFill>
                  <a:srgbClr val="16202B"/>
                </a:solidFill>
                <a:latin typeface="Segoe UI"/>
              </a:rPr>
              <a:t>kém</a:t>
            </a:r>
            <a:r>
              <a:rPr sz="1250" b="0" i="0" dirty="0">
                <a:solidFill>
                  <a:srgbClr val="16202B"/>
                </a:solidFill>
                <a:latin typeface="Segoe UI"/>
              </a:rPr>
              <a:t>.</a:t>
            </a:r>
          </a:p>
          <a:p>
            <a:pPr>
              <a:spcAft>
                <a:spcPts val="1584"/>
              </a:spcAft>
            </a:pPr>
            <a:r>
              <a:rPr sz="700" b="0" i="0" dirty="0">
                <a:solidFill>
                  <a:srgbClr val="0E8F82"/>
                </a:solidFill>
                <a:latin typeface="Segoe UI"/>
              </a:rPr>
              <a:t>⬤  </a:t>
            </a:r>
            <a:r>
              <a:rPr sz="1250" b="0" i="0" dirty="0">
                <a:solidFill>
                  <a:srgbClr val="16202B"/>
                </a:solidFill>
                <a:latin typeface="Segoe UI"/>
              </a:rPr>
              <a:t>→ </a:t>
            </a:r>
            <a:r>
              <a:rPr sz="1250" b="0" i="0" dirty="0" err="1">
                <a:solidFill>
                  <a:srgbClr val="16202B"/>
                </a:solidFill>
                <a:latin typeface="Segoe UI"/>
              </a:rPr>
              <a:t>Chọn</a:t>
            </a:r>
            <a:r>
              <a:rPr sz="1250" b="0" i="0" dirty="0">
                <a:solidFill>
                  <a:srgbClr val="16202B"/>
                </a:solidFill>
                <a:latin typeface="Segoe UI"/>
              </a:rPr>
              <a:t> </a:t>
            </a:r>
            <a:r>
              <a:rPr sz="1250" b="0" i="0" dirty="0" err="1">
                <a:solidFill>
                  <a:srgbClr val="16202B"/>
                </a:solidFill>
                <a:latin typeface="Segoe UI"/>
              </a:rPr>
              <a:t>ảnh</a:t>
            </a:r>
            <a:r>
              <a:rPr sz="1250" b="0" i="0" dirty="0">
                <a:solidFill>
                  <a:srgbClr val="16202B"/>
                </a:solidFill>
                <a:latin typeface="Segoe UI"/>
              </a:rPr>
              <a:t> </a:t>
            </a:r>
            <a:r>
              <a:rPr sz="1250" b="0" i="0" dirty="0" err="1">
                <a:solidFill>
                  <a:srgbClr val="16202B"/>
                </a:solidFill>
                <a:latin typeface="Segoe UI"/>
              </a:rPr>
              <a:t>có</a:t>
            </a:r>
            <a:r>
              <a:rPr sz="1250" b="0" i="0" dirty="0">
                <a:solidFill>
                  <a:srgbClr val="16202B"/>
                </a:solidFill>
                <a:latin typeface="Segoe UI"/>
              </a:rPr>
              <a:t> </a:t>
            </a:r>
            <a:r>
              <a:rPr sz="1250" b="0" i="0" dirty="0" err="1">
                <a:solidFill>
                  <a:srgbClr val="16202B"/>
                </a:solidFill>
                <a:latin typeface="Segoe UI"/>
              </a:rPr>
              <a:t>h_b</a:t>
            </a:r>
            <a:r>
              <a:rPr sz="1250" b="0" i="0" dirty="0">
                <a:solidFill>
                  <a:srgbClr val="16202B"/>
                </a:solidFill>
                <a:latin typeface="Segoe UI"/>
              </a:rPr>
              <a:t>(p̂) </a:t>
            </a:r>
            <a:r>
              <a:rPr sz="1250" b="0" i="0" dirty="0" err="1">
                <a:solidFill>
                  <a:srgbClr val="16202B"/>
                </a:solidFill>
                <a:latin typeface="Segoe UI"/>
              </a:rPr>
              <a:t>lớn</a:t>
            </a:r>
            <a:r>
              <a:rPr sz="1250" b="0" i="0" dirty="0">
                <a:solidFill>
                  <a:srgbClr val="16202B"/>
                </a:solidFill>
                <a:latin typeface="Segoe UI"/>
              </a:rPr>
              <a:t> </a:t>
            </a:r>
            <a:r>
              <a:rPr sz="1250" b="0" i="0" dirty="0" err="1">
                <a:solidFill>
                  <a:srgbClr val="16202B"/>
                </a:solidFill>
                <a:latin typeface="Segoe UI"/>
              </a:rPr>
              <a:t>nhất</a:t>
            </a:r>
            <a:r>
              <a:rPr sz="1250" b="0" i="0" dirty="0">
                <a:solidFill>
                  <a:srgbClr val="16202B"/>
                </a:solidFill>
                <a:latin typeface="Segoe UI"/>
              </a:rPr>
              <a:t> = </a:t>
            </a:r>
            <a:r>
              <a:rPr sz="1250" b="0" i="0" dirty="0" err="1">
                <a:solidFill>
                  <a:srgbClr val="16202B"/>
                </a:solidFill>
                <a:latin typeface="Segoe UI"/>
              </a:rPr>
              <a:t>chọn</a:t>
            </a:r>
            <a:r>
              <a:rPr sz="1250" b="0" i="0" dirty="0">
                <a:solidFill>
                  <a:srgbClr val="16202B"/>
                </a:solidFill>
                <a:latin typeface="Segoe UI"/>
              </a:rPr>
              <a:t> </a:t>
            </a:r>
            <a:r>
              <a:rPr sz="1250" b="0" i="0" dirty="0" err="1">
                <a:solidFill>
                  <a:srgbClr val="16202B"/>
                </a:solidFill>
                <a:latin typeface="Segoe UI"/>
              </a:rPr>
              <a:t>đúng</a:t>
            </a:r>
            <a:r>
              <a:rPr sz="1250" b="0" i="0" dirty="0">
                <a:solidFill>
                  <a:srgbClr val="16202B"/>
                </a:solidFill>
                <a:latin typeface="Segoe UI"/>
              </a:rPr>
              <a:t> </a:t>
            </a:r>
            <a:r>
              <a:rPr sz="1250" b="0" i="0" dirty="0" err="1">
                <a:solidFill>
                  <a:srgbClr val="16202B"/>
                </a:solidFill>
                <a:latin typeface="Segoe UI"/>
              </a:rPr>
              <a:t>câu</a:t>
            </a:r>
            <a:r>
              <a:rPr sz="1250" b="0" i="0" dirty="0">
                <a:solidFill>
                  <a:srgbClr val="16202B"/>
                </a:solidFill>
                <a:latin typeface="Segoe UI"/>
              </a:rPr>
              <a:t> </a:t>
            </a:r>
            <a:r>
              <a:rPr sz="1250" b="0" i="0" dirty="0" err="1">
                <a:solidFill>
                  <a:srgbClr val="16202B"/>
                </a:solidFill>
                <a:latin typeface="Segoe UI"/>
              </a:rPr>
              <a:t>hỏi</a:t>
            </a:r>
            <a:r>
              <a:rPr sz="1250" b="0" i="0" dirty="0">
                <a:solidFill>
                  <a:srgbClr val="16202B"/>
                </a:solidFill>
                <a:latin typeface="Segoe UI"/>
              </a:rPr>
              <a:t> </a:t>
            </a:r>
            <a:r>
              <a:rPr sz="1250" b="0" i="0" dirty="0" err="1">
                <a:solidFill>
                  <a:srgbClr val="16202B"/>
                </a:solidFill>
                <a:latin typeface="Segoe UI"/>
              </a:rPr>
              <a:t>mang</a:t>
            </a:r>
            <a:r>
              <a:rPr sz="1250" b="0" i="0" dirty="0">
                <a:solidFill>
                  <a:srgbClr val="16202B"/>
                </a:solidFill>
                <a:latin typeface="Segoe UI"/>
              </a:rPr>
              <a:t> </a:t>
            </a:r>
            <a:r>
              <a:rPr sz="1250" b="0" i="0" dirty="0" err="1">
                <a:solidFill>
                  <a:srgbClr val="16202B"/>
                </a:solidFill>
                <a:latin typeface="Segoe UI"/>
              </a:rPr>
              <a:t>lại</a:t>
            </a:r>
            <a:r>
              <a:rPr sz="1250" b="0" i="0" dirty="0">
                <a:solidFill>
                  <a:srgbClr val="16202B"/>
                </a:solidFill>
                <a:latin typeface="Segoe UI"/>
              </a:rPr>
              <a:t> </a:t>
            </a:r>
            <a:r>
              <a:rPr sz="1250" b="0" i="0" dirty="0" err="1">
                <a:solidFill>
                  <a:srgbClr val="16202B"/>
                </a:solidFill>
                <a:latin typeface="Segoe UI"/>
              </a:rPr>
              <a:t>nhiều</a:t>
            </a:r>
            <a:r>
              <a:rPr sz="1250" b="0" i="0" dirty="0">
                <a:solidFill>
                  <a:srgbClr val="16202B"/>
                </a:solidFill>
                <a:latin typeface="Segoe UI"/>
              </a:rPr>
              <a:t> </a:t>
            </a:r>
            <a:r>
              <a:rPr sz="1250" b="0" i="0" dirty="0" err="1">
                <a:solidFill>
                  <a:srgbClr val="16202B"/>
                </a:solidFill>
                <a:latin typeface="Segoe UI"/>
              </a:rPr>
              <a:t>thông</a:t>
            </a:r>
            <a:r>
              <a:rPr sz="1250" b="0" i="0" dirty="0">
                <a:solidFill>
                  <a:srgbClr val="16202B"/>
                </a:solidFill>
                <a:latin typeface="Segoe UI"/>
              </a:rPr>
              <a:t> tin </a:t>
            </a:r>
            <a:r>
              <a:rPr sz="1250" b="0" i="0" dirty="0" err="1">
                <a:solidFill>
                  <a:srgbClr val="16202B"/>
                </a:solidFill>
                <a:latin typeface="Segoe UI"/>
              </a:rPr>
              <a:t>nhất</a:t>
            </a:r>
            <a:r>
              <a:rPr sz="1250" b="0" i="0" dirty="0">
                <a:solidFill>
                  <a:srgbClr val="16202B"/>
                </a:solidFill>
                <a:latin typeface="Segoe UI"/>
              </a:rPr>
              <a:t> </a:t>
            </a:r>
            <a:r>
              <a:rPr sz="1250" b="0" i="0" dirty="0" err="1">
                <a:solidFill>
                  <a:srgbClr val="16202B"/>
                </a:solidFill>
                <a:latin typeface="Segoe UI"/>
              </a:rPr>
              <a:t>trong</a:t>
            </a:r>
            <a:r>
              <a:rPr sz="1250" b="0" i="0" dirty="0">
                <a:solidFill>
                  <a:srgbClr val="16202B"/>
                </a:solidFill>
                <a:latin typeface="Segoe UI"/>
              </a:rPr>
              <a:t> </a:t>
            </a:r>
            <a:r>
              <a:rPr sz="1250" b="0" i="0" dirty="0" err="1">
                <a:solidFill>
                  <a:srgbClr val="16202B"/>
                </a:solidFill>
                <a:latin typeface="Segoe UI"/>
              </a:rPr>
              <a:t>kỳ</a:t>
            </a:r>
            <a:r>
              <a:rPr sz="1250" b="0" i="0" dirty="0">
                <a:solidFill>
                  <a:srgbClr val="16202B"/>
                </a:solidFill>
                <a:latin typeface="Segoe UI"/>
              </a:rPr>
              <a:t> </a:t>
            </a:r>
            <a:r>
              <a:rPr sz="1250" b="0" i="0" dirty="0" err="1">
                <a:solidFill>
                  <a:srgbClr val="16202B"/>
                </a:solidFill>
                <a:latin typeface="Segoe UI"/>
              </a:rPr>
              <a:t>vọng</a:t>
            </a:r>
            <a:r>
              <a:rPr sz="1250" b="0" i="0" dirty="0">
                <a:solidFill>
                  <a:srgbClr val="16202B"/>
                </a:solidFill>
                <a:latin typeface="Segoe UI"/>
              </a:rPr>
              <a:t> — </a:t>
            </a:r>
            <a:r>
              <a:rPr sz="1250" b="0" i="0" dirty="0" err="1">
                <a:solidFill>
                  <a:srgbClr val="16202B"/>
                </a:solidFill>
                <a:latin typeface="Segoe UI"/>
              </a:rPr>
              <a:t>một</a:t>
            </a:r>
            <a:r>
              <a:rPr sz="1250" b="0" i="0" dirty="0">
                <a:solidFill>
                  <a:srgbClr val="16202B"/>
                </a:solidFill>
                <a:latin typeface="Segoe UI"/>
              </a:rPr>
              <a:t> </a:t>
            </a:r>
            <a:r>
              <a:rPr sz="1250" b="0" i="0" dirty="0" err="1">
                <a:solidFill>
                  <a:srgbClr val="16202B"/>
                </a:solidFill>
                <a:latin typeface="Segoe UI"/>
              </a:rPr>
              <a:t>chiến</a:t>
            </a:r>
            <a:r>
              <a:rPr sz="1250" b="0" i="0" dirty="0">
                <a:solidFill>
                  <a:srgbClr val="16202B"/>
                </a:solidFill>
                <a:latin typeface="Segoe UI"/>
              </a:rPr>
              <a:t> </a:t>
            </a:r>
            <a:r>
              <a:rPr sz="1250" b="0" i="0" dirty="0" err="1">
                <a:solidFill>
                  <a:srgbClr val="16202B"/>
                </a:solidFill>
                <a:latin typeface="Segoe UI"/>
              </a:rPr>
              <a:t>lược</a:t>
            </a:r>
            <a:r>
              <a:rPr sz="1250" b="0" i="0" dirty="0">
                <a:solidFill>
                  <a:srgbClr val="16202B"/>
                </a:solidFill>
                <a:latin typeface="Segoe UI"/>
              </a:rPr>
              <a:t> </a:t>
            </a:r>
            <a:r>
              <a:rPr sz="1250" b="0" i="0" dirty="0" err="1">
                <a:solidFill>
                  <a:srgbClr val="16202B"/>
                </a:solidFill>
                <a:latin typeface="Segoe UI"/>
              </a:rPr>
              <a:t>tối</a:t>
            </a:r>
            <a:r>
              <a:rPr sz="1250" b="0" i="0" dirty="0">
                <a:solidFill>
                  <a:srgbClr val="16202B"/>
                </a:solidFill>
                <a:latin typeface="Segoe UI"/>
              </a:rPr>
              <a:t> </a:t>
            </a:r>
            <a:r>
              <a:rPr sz="1250" b="0" i="0" dirty="0" err="1">
                <a:solidFill>
                  <a:srgbClr val="16202B"/>
                </a:solidFill>
                <a:latin typeface="Segoe UI"/>
              </a:rPr>
              <a:t>ưu</a:t>
            </a:r>
            <a:r>
              <a:rPr sz="1250" b="0" i="0" dirty="0">
                <a:solidFill>
                  <a:srgbClr val="16202B"/>
                </a:solidFill>
                <a:latin typeface="Segoe UI"/>
              </a:rPr>
              <a:t> </a:t>
            </a:r>
            <a:r>
              <a:rPr sz="1250" b="0" i="0" dirty="0" err="1">
                <a:solidFill>
                  <a:srgbClr val="16202B"/>
                </a:solidFill>
                <a:latin typeface="Segoe UI"/>
              </a:rPr>
              <a:t>theo</a:t>
            </a:r>
            <a:r>
              <a:rPr sz="1250" b="0" i="0" dirty="0">
                <a:solidFill>
                  <a:srgbClr val="16202B"/>
                </a:solidFill>
                <a:latin typeface="Segoe UI"/>
              </a:rPr>
              <a:t> </a:t>
            </a:r>
            <a:r>
              <a:rPr sz="1250" b="0" i="0" dirty="0" err="1">
                <a:solidFill>
                  <a:srgbClr val="16202B"/>
                </a:solidFill>
                <a:latin typeface="Segoe UI"/>
              </a:rPr>
              <a:t>lý</a:t>
            </a:r>
            <a:r>
              <a:rPr sz="1250" b="0" i="0" dirty="0">
                <a:solidFill>
                  <a:srgbClr val="16202B"/>
                </a:solidFill>
                <a:latin typeface="Segoe UI"/>
              </a:rPr>
              <a:t> </a:t>
            </a:r>
            <a:r>
              <a:rPr sz="1250" b="0" i="0" dirty="0" err="1">
                <a:solidFill>
                  <a:srgbClr val="16202B"/>
                </a:solidFill>
                <a:latin typeface="Segoe UI"/>
              </a:rPr>
              <a:t>thuyết</a:t>
            </a:r>
            <a:r>
              <a:rPr sz="1250" b="0" i="0" dirty="0">
                <a:solidFill>
                  <a:srgbClr val="16202B"/>
                </a:solidFill>
                <a:latin typeface="Segoe UI"/>
              </a:rPr>
              <a:t> </a:t>
            </a:r>
            <a:r>
              <a:rPr sz="1250" b="0" i="0" dirty="0" err="1">
                <a:solidFill>
                  <a:srgbClr val="16202B"/>
                </a:solidFill>
                <a:latin typeface="Segoe UI"/>
              </a:rPr>
              <a:t>thông</a:t>
            </a:r>
            <a:r>
              <a:rPr sz="1250" b="0" i="0" dirty="0">
                <a:solidFill>
                  <a:srgbClr val="16202B"/>
                </a:solidFill>
                <a:latin typeface="Segoe UI"/>
              </a:rPr>
              <a:t> tin, </a:t>
            </a:r>
            <a:r>
              <a:rPr sz="1250" b="0" i="0" dirty="0" err="1">
                <a:solidFill>
                  <a:srgbClr val="16202B"/>
                </a:solidFill>
                <a:latin typeface="Segoe UI"/>
              </a:rPr>
              <a:t>không</a:t>
            </a:r>
            <a:r>
              <a:rPr sz="1250" b="0" i="0" dirty="0">
                <a:solidFill>
                  <a:srgbClr val="16202B"/>
                </a:solidFill>
                <a:latin typeface="Segoe UI"/>
              </a:rPr>
              <a:t> </a:t>
            </a:r>
            <a:r>
              <a:rPr sz="1250" b="0" i="0" dirty="0" err="1">
                <a:solidFill>
                  <a:srgbClr val="16202B"/>
                </a:solidFill>
                <a:latin typeface="Segoe UI"/>
              </a:rPr>
              <a:t>phải</a:t>
            </a:r>
            <a:r>
              <a:rPr sz="1250" b="0" i="0" dirty="0">
                <a:solidFill>
                  <a:srgbClr val="16202B"/>
                </a:solidFill>
                <a:latin typeface="Segoe UI"/>
              </a:rPr>
              <a:t> </a:t>
            </a:r>
            <a:r>
              <a:rPr sz="1250" b="0" i="0" dirty="0" err="1">
                <a:solidFill>
                  <a:srgbClr val="16202B"/>
                </a:solidFill>
                <a:latin typeface="Segoe UI"/>
              </a:rPr>
              <a:t>suy</a:t>
            </a:r>
            <a:r>
              <a:rPr sz="1250" b="0" i="0" dirty="0">
                <a:solidFill>
                  <a:srgbClr val="16202B"/>
                </a:solidFill>
                <a:latin typeface="Segoe UI"/>
              </a:rPr>
              <a:t> </a:t>
            </a:r>
            <a:r>
              <a:rPr sz="1250" b="0" i="0" dirty="0" err="1">
                <a:solidFill>
                  <a:srgbClr val="16202B"/>
                </a:solidFill>
                <a:latin typeface="Segoe UI"/>
              </a:rPr>
              <a:t>đoán</a:t>
            </a:r>
            <a:r>
              <a:rPr sz="1250" b="0" i="0" dirty="0">
                <a:solidFill>
                  <a:srgbClr val="16202B"/>
                </a:solidFill>
                <a:latin typeface="Segoe UI"/>
              </a:rPr>
              <a:t> </a:t>
            </a:r>
            <a:r>
              <a:rPr sz="1250" b="0" i="0" dirty="0" err="1">
                <a:solidFill>
                  <a:srgbClr val="16202B"/>
                </a:solidFill>
                <a:latin typeface="Segoe UI"/>
              </a:rPr>
              <a:t>tuỳ</a:t>
            </a:r>
            <a:r>
              <a:rPr sz="1250" b="0" i="0" dirty="0">
                <a:solidFill>
                  <a:srgbClr val="16202B"/>
                </a:solidFill>
                <a:latin typeface="Segoe UI"/>
              </a:rPr>
              <a:t> ý.</a:t>
            </a:r>
          </a:p>
        </p:txBody>
      </p:sp>
      <p:graphicFrame>
        <p:nvGraphicFramePr>
          <p:cNvPr id="9" name="Chart 8"/>
          <p:cNvGraphicFramePr>
            <a:graphicFrameLocks noGrp="1"/>
          </p:cNvGraphicFramePr>
          <p:nvPr/>
        </p:nvGraphicFramePr>
        <p:xfrm>
          <a:off x="6035040" y="1874519"/>
          <a:ext cx="5486400" cy="324612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502920"/>
            <a:ext cx="9144000" cy="365760"/>
          </a:xfrm>
          <a:prstGeom prst="rect">
            <a:avLst/>
          </a:prstGeom>
          <a:noFill/>
        </p:spPr>
        <p:txBody>
          <a:bodyPr wrap="square" lIns="0" tIns="0" rIns="0" bIns="0" anchor="t">
            <a:spAutoFit/>
          </a:bodyPr>
          <a:lstStyle/>
          <a:p>
            <a:r>
              <a:rPr sz="1200" b="1" i="0" spc="120">
                <a:solidFill>
                  <a:srgbClr val="0E8F82"/>
                </a:solidFill>
                <a:latin typeface="Consolas"/>
              </a:rPr>
              <a:t>05 · LUỒNG HOẠT ĐỘNG SAU CẢI TIẾN</a:t>
            </a:r>
          </a:p>
        </p:txBody>
      </p:sp>
      <p:sp>
        <p:nvSpPr>
          <p:cNvPr id="4" name="TextBox 3"/>
          <p:cNvSpPr txBox="1"/>
          <p:nvPr/>
        </p:nvSpPr>
        <p:spPr>
          <a:xfrm>
            <a:off x="685800" y="868680"/>
            <a:ext cx="10607040" cy="1005840"/>
          </a:xfrm>
          <a:prstGeom prst="rect">
            <a:avLst/>
          </a:prstGeom>
          <a:noFill/>
        </p:spPr>
        <p:txBody>
          <a:bodyPr wrap="square" lIns="0" tIns="0" rIns="0" bIns="0" anchor="t">
            <a:spAutoFit/>
          </a:bodyPr>
          <a:lstStyle/>
          <a:p>
            <a:r>
              <a:rPr sz="2600" b="1" i="0">
                <a:solidFill>
                  <a:srgbClr val="16202B"/>
                </a:solidFill>
                <a:latin typeface="Segoe UI"/>
              </a:rPr>
              <a:t>Chỉ 1 bước thay đổi — mọi phần còn lại giữ nguyên</a:t>
            </a:r>
          </a:p>
        </p:txBody>
      </p:sp>
      <p:sp>
        <p:nvSpPr>
          <p:cNvPr id="5" name="Rounded Rectangle 4"/>
          <p:cNvSpPr/>
          <p:nvPr/>
        </p:nvSpPr>
        <p:spPr>
          <a:xfrm>
            <a:off x="685800" y="2606040"/>
            <a:ext cx="1371600" cy="914400"/>
          </a:xfrm>
          <a:prstGeom prst="roundRect">
            <a:avLst>
              <a:gd name="adj" fmla="val 10000"/>
            </a:avLst>
          </a:prstGeom>
          <a:solidFill>
            <a:srgbClr val="FFFFFF"/>
          </a:solidFill>
          <a:ln w="12700">
            <a:solidFill>
              <a:srgbClr val="8F9CA8"/>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lang="en-US" sz="1100" b="1" i="0" dirty="0">
                <a:solidFill>
                  <a:srgbClr val="5B6B7C"/>
                </a:solidFill>
                <a:latin typeface="Segoe UI"/>
              </a:rPr>
              <a:t>BATCH ẢNH</a:t>
            </a:r>
            <a:endParaRPr sz="1100" b="1" i="0" dirty="0">
              <a:solidFill>
                <a:srgbClr val="5B6B7C"/>
              </a:solidFill>
              <a:latin typeface="Segoe UI"/>
            </a:endParaRPr>
          </a:p>
          <a:p>
            <a:pPr algn="ctr"/>
            <a:r>
              <a:rPr sz="1000" b="0" i="0" dirty="0">
                <a:solidFill>
                  <a:srgbClr val="8F9CA8"/>
                </a:solidFill>
                <a:latin typeface="Consolas"/>
              </a:rPr>
              <a:t>64 </a:t>
            </a:r>
            <a:r>
              <a:rPr sz="1000" b="0" i="0" dirty="0" err="1">
                <a:solidFill>
                  <a:srgbClr val="8F9CA8"/>
                </a:solidFill>
                <a:latin typeface="Consolas"/>
              </a:rPr>
              <a:t>ảnh</a:t>
            </a:r>
            <a:endParaRPr sz="1000" b="0" i="0" dirty="0">
              <a:solidFill>
                <a:srgbClr val="8F9CA8"/>
              </a:solidFill>
              <a:latin typeface="Consolas"/>
            </a:endParaRPr>
          </a:p>
        </p:txBody>
      </p:sp>
      <p:sp>
        <p:nvSpPr>
          <p:cNvPr id="6" name="Right Arrow 5"/>
          <p:cNvSpPr/>
          <p:nvPr/>
        </p:nvSpPr>
        <p:spPr>
          <a:xfrm>
            <a:off x="2057400" y="2990088"/>
            <a:ext cx="292608" cy="146304"/>
          </a:xfrm>
          <a:prstGeom prst="rightArrow">
            <a:avLst>
              <a:gd name="adj1" fmla="val 55000"/>
              <a:gd name="adj2" fmla="val 62000"/>
            </a:avLst>
          </a:prstGeom>
          <a:solidFill>
            <a:srgbClr val="D6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377440" y="2606040"/>
            <a:ext cx="1600200" cy="914400"/>
          </a:xfrm>
          <a:prstGeom prst="roundRect">
            <a:avLst>
              <a:gd name="adj" fmla="val 10000"/>
            </a:avLst>
          </a:prstGeom>
          <a:solidFill>
            <a:srgbClr val="FFFFFF"/>
          </a:solidFill>
          <a:ln w="12700">
            <a:solidFill>
              <a:srgbClr val="8F9CA8"/>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050" b="1" i="0" dirty="0">
                <a:solidFill>
                  <a:srgbClr val="5B6B7C"/>
                </a:solidFill>
                <a:latin typeface="Segoe UI"/>
              </a:rPr>
              <a:t>ĐO ĐỘ ỔN ĐỊNH</a:t>
            </a:r>
          </a:p>
          <a:p>
            <a:pPr algn="ctr"/>
            <a:r>
              <a:rPr sz="950" b="0" i="0" dirty="0" err="1">
                <a:solidFill>
                  <a:srgbClr val="8F9CA8"/>
                </a:solidFill>
                <a:latin typeface="Consolas"/>
              </a:rPr>
              <a:t>dự</a:t>
            </a:r>
            <a:r>
              <a:rPr sz="950" b="0" i="0" dirty="0">
                <a:solidFill>
                  <a:srgbClr val="8F9CA8"/>
                </a:solidFill>
                <a:latin typeface="Consolas"/>
              </a:rPr>
              <a:t> </a:t>
            </a:r>
            <a:r>
              <a:rPr sz="950" b="0" i="0" dirty="0" err="1">
                <a:solidFill>
                  <a:srgbClr val="8F9CA8"/>
                </a:solidFill>
                <a:latin typeface="Consolas"/>
              </a:rPr>
              <a:t>đoán</a:t>
            </a:r>
            <a:r>
              <a:rPr sz="950" b="0" i="0" dirty="0">
                <a:solidFill>
                  <a:srgbClr val="8F9CA8"/>
                </a:solidFill>
                <a:latin typeface="Consolas"/>
              </a:rPr>
              <a:t> </a:t>
            </a:r>
            <a:r>
              <a:rPr sz="950" b="0" i="0" dirty="0" err="1">
                <a:solidFill>
                  <a:srgbClr val="8F9CA8"/>
                </a:solidFill>
                <a:latin typeface="Consolas"/>
              </a:rPr>
              <a:t>nhiều</a:t>
            </a:r>
            <a:r>
              <a:rPr sz="950" b="0" i="0" dirty="0">
                <a:solidFill>
                  <a:srgbClr val="8F9CA8"/>
                </a:solidFill>
                <a:latin typeface="Consolas"/>
              </a:rPr>
              <a:t> </a:t>
            </a:r>
            <a:r>
              <a:rPr sz="950" b="0" i="0" dirty="0" err="1">
                <a:solidFill>
                  <a:srgbClr val="8F9CA8"/>
                </a:solidFill>
                <a:latin typeface="Consolas"/>
              </a:rPr>
              <a:t>lần</a:t>
            </a:r>
            <a:endParaRPr sz="950" b="0" i="0" dirty="0">
              <a:solidFill>
                <a:srgbClr val="8F9CA8"/>
              </a:solidFill>
              <a:latin typeface="Consolas"/>
            </a:endParaRPr>
          </a:p>
        </p:txBody>
      </p:sp>
      <p:sp>
        <p:nvSpPr>
          <p:cNvPr id="8" name="Right Arrow 7"/>
          <p:cNvSpPr/>
          <p:nvPr/>
        </p:nvSpPr>
        <p:spPr>
          <a:xfrm>
            <a:off x="3977639" y="2990088"/>
            <a:ext cx="292608" cy="146304"/>
          </a:xfrm>
          <a:prstGeom prst="rightArrow">
            <a:avLst>
              <a:gd name="adj1" fmla="val 55000"/>
              <a:gd name="adj2" fmla="val 62000"/>
            </a:avLst>
          </a:prstGeom>
          <a:solidFill>
            <a:srgbClr val="D6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297680" y="2377440"/>
            <a:ext cx="1965960" cy="1371600"/>
          </a:xfrm>
          <a:prstGeom prst="roundRect">
            <a:avLst>
              <a:gd name="adj" fmla="val 10000"/>
            </a:avLst>
          </a:prstGeom>
          <a:solidFill>
            <a:srgbClr val="FBEBD2"/>
          </a:solidFill>
          <a:ln w="28575">
            <a:solidFill>
              <a:srgbClr val="A5680B"/>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100" b="1" i="0">
                <a:solidFill>
                  <a:srgbClr val="A5680B"/>
                </a:solidFill>
                <a:latin typeface="Segoe UI"/>
              </a:rPr>
              <a:t>CHỌN 3 ẢNH</a:t>
            </a:r>
          </a:p>
          <a:p>
            <a:pPr algn="ctr"/>
            <a:r>
              <a:rPr sz="1000" b="0" i="0">
                <a:solidFill>
                  <a:srgbClr val="A5680B"/>
                </a:solidFill>
                <a:latin typeface="Consolas"/>
              </a:rPr>
              <a:t>đối chiếu lịch sử</a:t>
            </a:r>
          </a:p>
          <a:p>
            <a:pPr algn="ctr"/>
            <a:r>
              <a:rPr sz="1000" b="0" i="0">
                <a:solidFill>
                  <a:srgbClr val="A5680B"/>
                </a:solidFill>
                <a:latin typeface="Consolas"/>
              </a:rPr>
              <a:t>ước lượng kỹ hơn</a:t>
            </a:r>
          </a:p>
        </p:txBody>
      </p:sp>
      <p:sp>
        <p:nvSpPr>
          <p:cNvPr id="10" name="Rounded Rectangle 9"/>
          <p:cNvSpPr/>
          <p:nvPr/>
        </p:nvSpPr>
        <p:spPr>
          <a:xfrm>
            <a:off x="4709160" y="3566160"/>
            <a:ext cx="1143000" cy="219456"/>
          </a:xfrm>
          <a:prstGeom prst="roundRect">
            <a:avLst>
              <a:gd name="adj" fmla="val 50000"/>
            </a:avLst>
          </a:prstGeom>
          <a:solidFill>
            <a:srgbClr val="A5680B"/>
          </a:solidFill>
          <a:ln w="12700">
            <a:solidFill>
              <a:srgbClr val="A5680B"/>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850" b="1" i="0">
                <a:solidFill>
                  <a:srgbClr val="FFFFFF"/>
                </a:solidFill>
                <a:latin typeface="Segoe UI"/>
              </a:rPr>
              <a:t>ĐIỂM CẢI TIẾN</a:t>
            </a:r>
          </a:p>
        </p:txBody>
      </p:sp>
      <p:sp>
        <p:nvSpPr>
          <p:cNvPr id="11" name="Right Arrow 10"/>
          <p:cNvSpPr/>
          <p:nvPr/>
        </p:nvSpPr>
        <p:spPr>
          <a:xfrm>
            <a:off x="6263640" y="2990088"/>
            <a:ext cx="292608" cy="146304"/>
          </a:xfrm>
          <a:prstGeom prst="rightArrow">
            <a:avLst>
              <a:gd name="adj1" fmla="val 55000"/>
              <a:gd name="adj2" fmla="val 62000"/>
            </a:avLst>
          </a:prstGeom>
          <a:solidFill>
            <a:srgbClr val="D6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583680" y="2606040"/>
            <a:ext cx="1325880" cy="914400"/>
          </a:xfrm>
          <a:prstGeom prst="roundRect">
            <a:avLst>
              <a:gd name="adj" fmla="val 10000"/>
            </a:avLst>
          </a:prstGeom>
          <a:solidFill>
            <a:srgbClr val="FFFFFF"/>
          </a:solidFill>
          <a:ln w="12700">
            <a:solidFill>
              <a:srgbClr val="8F9CA8"/>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050" b="1" i="0" dirty="0">
                <a:solidFill>
                  <a:srgbClr val="5B6B7C"/>
                </a:solidFill>
                <a:latin typeface="Segoe UI"/>
              </a:rPr>
              <a:t>HỎI CON NGƯỜI</a:t>
            </a:r>
          </a:p>
          <a:p>
            <a:pPr algn="ctr"/>
            <a:r>
              <a:rPr sz="950" b="0" i="0" dirty="0" err="1">
                <a:solidFill>
                  <a:srgbClr val="8F9CA8"/>
                </a:solidFill>
                <a:latin typeface="Consolas"/>
              </a:rPr>
              <a:t>đúng</a:t>
            </a:r>
            <a:r>
              <a:rPr sz="950" b="0" i="0" dirty="0">
                <a:solidFill>
                  <a:srgbClr val="8F9CA8"/>
                </a:solidFill>
                <a:latin typeface="Consolas"/>
              </a:rPr>
              <a:t> / </a:t>
            </a:r>
            <a:r>
              <a:rPr sz="950" b="0" i="0" dirty="0" err="1">
                <a:solidFill>
                  <a:srgbClr val="8F9CA8"/>
                </a:solidFill>
                <a:latin typeface="Consolas"/>
              </a:rPr>
              <a:t>sai</a:t>
            </a:r>
            <a:r>
              <a:rPr sz="950" b="0" i="0" dirty="0">
                <a:solidFill>
                  <a:srgbClr val="8F9CA8"/>
                </a:solidFill>
                <a:latin typeface="Consolas"/>
              </a:rPr>
              <a:t>?</a:t>
            </a:r>
          </a:p>
        </p:txBody>
      </p:sp>
      <p:cxnSp>
        <p:nvCxnSpPr>
          <p:cNvPr id="13" name="Connector 12"/>
          <p:cNvCxnSpPr/>
          <p:nvPr/>
        </p:nvCxnSpPr>
        <p:spPr>
          <a:xfrm flipV="1">
            <a:off x="7909560" y="2583180"/>
            <a:ext cx="320040" cy="480060"/>
          </a:xfrm>
          <a:prstGeom prst="line">
            <a:avLst/>
          </a:prstGeom>
          <a:ln w="12700">
            <a:solidFill>
              <a:srgbClr val="D6E0E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909560" y="3063240"/>
            <a:ext cx="320040" cy="525780"/>
          </a:xfrm>
          <a:prstGeom prst="line">
            <a:avLst/>
          </a:prstGeom>
          <a:ln w="12700">
            <a:solidFill>
              <a:srgbClr val="D6E0E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229600" y="2331720"/>
            <a:ext cx="1234440" cy="502920"/>
          </a:xfrm>
          <a:prstGeom prst="roundRect">
            <a:avLst>
              <a:gd name="adj" fmla="val 10000"/>
            </a:avLst>
          </a:prstGeom>
          <a:solidFill>
            <a:srgbClr val="FFFFFF"/>
          </a:solidFill>
          <a:ln w="12700">
            <a:solidFill>
              <a:srgbClr val="8F9CA8"/>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050" b="1" i="0" dirty="0">
                <a:solidFill>
                  <a:srgbClr val="5B6B7C"/>
                </a:solidFill>
                <a:latin typeface="Segoe UI"/>
              </a:rPr>
              <a:t>ĐÚNG</a:t>
            </a:r>
          </a:p>
        </p:txBody>
      </p:sp>
      <p:sp>
        <p:nvSpPr>
          <p:cNvPr id="16" name="Rounded Rectangle 15"/>
          <p:cNvSpPr/>
          <p:nvPr/>
        </p:nvSpPr>
        <p:spPr>
          <a:xfrm>
            <a:off x="8229600" y="3337560"/>
            <a:ext cx="1234440" cy="502920"/>
          </a:xfrm>
          <a:prstGeom prst="roundRect">
            <a:avLst>
              <a:gd name="adj" fmla="val 10000"/>
            </a:avLst>
          </a:prstGeom>
          <a:solidFill>
            <a:srgbClr val="FFFFFF"/>
          </a:solidFill>
          <a:ln w="12700">
            <a:solidFill>
              <a:srgbClr val="8F9CA8"/>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050" b="1" i="0" dirty="0">
                <a:solidFill>
                  <a:srgbClr val="5B6B7C"/>
                </a:solidFill>
                <a:latin typeface="Segoe UI"/>
              </a:rPr>
              <a:t>SAI</a:t>
            </a:r>
          </a:p>
        </p:txBody>
      </p:sp>
      <p:cxnSp>
        <p:nvCxnSpPr>
          <p:cNvPr id="17" name="Connector 16"/>
          <p:cNvCxnSpPr/>
          <p:nvPr/>
        </p:nvCxnSpPr>
        <p:spPr>
          <a:xfrm>
            <a:off x="9464040" y="2583180"/>
            <a:ext cx="320040" cy="480060"/>
          </a:xfrm>
          <a:prstGeom prst="line">
            <a:avLst/>
          </a:prstGeom>
          <a:ln w="12700">
            <a:solidFill>
              <a:srgbClr val="D6E0E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9464040" y="3063240"/>
            <a:ext cx="320040" cy="525780"/>
          </a:xfrm>
          <a:prstGeom prst="line">
            <a:avLst/>
          </a:prstGeom>
          <a:ln w="12700">
            <a:solidFill>
              <a:srgbClr val="D6E0E8"/>
            </a:solidFill>
            <a:prstDash val="dash"/>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784080" y="2377440"/>
            <a:ext cx="1691640" cy="1371600"/>
          </a:xfrm>
          <a:prstGeom prst="roundRect">
            <a:avLst>
              <a:gd name="adj" fmla="val 10000"/>
            </a:avLst>
          </a:prstGeom>
          <a:solidFill>
            <a:srgbClr val="FFFFFF"/>
          </a:solidFill>
          <a:ln w="12700">
            <a:solidFill>
              <a:srgbClr val="8F9CA8"/>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000" b="1" i="0">
                <a:solidFill>
                  <a:srgbClr val="5B6B7C"/>
                </a:solidFill>
                <a:latin typeface="Segoe UI"/>
              </a:rPr>
              <a:t>CẬP NHẬT MÔ HÌNH</a:t>
            </a:r>
          </a:p>
          <a:p>
            <a:pPr algn="ctr"/>
            <a:r>
              <a:rPr sz="900" b="0" i="0">
                <a:solidFill>
                  <a:srgbClr val="8F9CA8"/>
                </a:solidFill>
                <a:latin typeface="Consolas"/>
              </a:rPr>
              <a:t>học từ cả 2 nguồn</a:t>
            </a:r>
          </a:p>
        </p:txBody>
      </p:sp>
      <p:sp>
        <p:nvSpPr>
          <p:cNvPr id="20" name="Rounded Rectangle 19"/>
          <p:cNvSpPr/>
          <p:nvPr/>
        </p:nvSpPr>
        <p:spPr>
          <a:xfrm>
            <a:off x="685800" y="4069080"/>
            <a:ext cx="201168" cy="201168"/>
          </a:xfrm>
          <a:prstGeom prst="roundRect">
            <a:avLst>
              <a:gd name="adj" fmla="val 30000"/>
            </a:avLst>
          </a:prstGeom>
          <a:solidFill>
            <a:srgbClr val="FFFFFF"/>
          </a:solidFill>
          <a:ln w="12700">
            <a:solidFill>
              <a:srgbClr val="8F9C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60120" y="4041648"/>
            <a:ext cx="3291840" cy="274320"/>
          </a:xfrm>
          <a:prstGeom prst="rect">
            <a:avLst/>
          </a:prstGeom>
          <a:noFill/>
        </p:spPr>
        <p:txBody>
          <a:bodyPr wrap="square" lIns="0" tIns="0" rIns="0" bIns="0" anchor="t">
            <a:spAutoFit/>
          </a:bodyPr>
          <a:lstStyle/>
          <a:p>
            <a:r>
              <a:rPr sz="1200" b="0" i="0">
                <a:solidFill>
                  <a:srgbClr val="5B6B7C"/>
                </a:solidFill>
                <a:latin typeface="Segoe UI"/>
              </a:rPr>
              <a:t>Giữ nguyên như bản gốc</a:t>
            </a:r>
          </a:p>
        </p:txBody>
      </p:sp>
      <p:sp>
        <p:nvSpPr>
          <p:cNvPr id="22" name="Rounded Rectangle 21"/>
          <p:cNvSpPr/>
          <p:nvPr/>
        </p:nvSpPr>
        <p:spPr>
          <a:xfrm>
            <a:off x="4297680" y="4069080"/>
            <a:ext cx="201168" cy="201168"/>
          </a:xfrm>
          <a:prstGeom prst="roundRect">
            <a:avLst>
              <a:gd name="adj" fmla="val 30000"/>
            </a:avLst>
          </a:prstGeom>
          <a:solidFill>
            <a:srgbClr val="FBEBD2"/>
          </a:solidFill>
          <a:ln w="25400">
            <a:solidFill>
              <a:srgbClr val="A568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0" y="4041648"/>
            <a:ext cx="4572000" cy="274320"/>
          </a:xfrm>
          <a:prstGeom prst="rect">
            <a:avLst/>
          </a:prstGeom>
          <a:noFill/>
        </p:spPr>
        <p:txBody>
          <a:bodyPr wrap="square" lIns="0" tIns="0" rIns="0" bIns="0" anchor="t">
            <a:spAutoFit/>
          </a:bodyPr>
          <a:lstStyle/>
          <a:p>
            <a:r>
              <a:rPr sz="1200" b="1" i="0">
                <a:solidFill>
                  <a:srgbClr val="A5680B"/>
                </a:solidFill>
                <a:latin typeface="Segoe UI"/>
              </a:rPr>
              <a:t>Thay đổi duy nhất — cách chọn ảnh để hỏi</a:t>
            </a:r>
          </a:p>
        </p:txBody>
      </p:sp>
      <p:sp>
        <p:nvSpPr>
          <p:cNvPr id="24" name="TextBox 23"/>
          <p:cNvSpPr txBox="1"/>
          <p:nvPr/>
        </p:nvSpPr>
        <p:spPr>
          <a:xfrm>
            <a:off x="685800" y="4572000"/>
            <a:ext cx="10515600" cy="736099"/>
          </a:xfrm>
          <a:prstGeom prst="rect">
            <a:avLst/>
          </a:prstGeom>
          <a:noFill/>
        </p:spPr>
        <p:txBody>
          <a:bodyPr wrap="square" lIns="0" tIns="0" rIns="0" bIns="0" anchor="t">
            <a:spAutoFit/>
          </a:bodyPr>
          <a:lstStyle/>
          <a:p>
            <a:r>
              <a:rPr sz="1350" b="1" i="0" dirty="0" err="1">
                <a:solidFill>
                  <a:srgbClr val="16202B"/>
                </a:solidFill>
                <a:latin typeface="Segoe UI"/>
              </a:rPr>
              <a:t>Cách</a:t>
            </a:r>
            <a:r>
              <a:rPr sz="1350" b="1" i="0" dirty="0">
                <a:solidFill>
                  <a:srgbClr val="16202B"/>
                </a:solidFill>
                <a:latin typeface="Segoe UI"/>
              </a:rPr>
              <a:t> </a:t>
            </a:r>
            <a:r>
              <a:rPr sz="1350" b="1" i="0" dirty="0" err="1">
                <a:solidFill>
                  <a:srgbClr val="16202B"/>
                </a:solidFill>
                <a:latin typeface="Segoe UI"/>
              </a:rPr>
              <a:t>chọn</a:t>
            </a:r>
            <a:r>
              <a:rPr sz="1350" b="1" i="0" dirty="0">
                <a:solidFill>
                  <a:srgbClr val="16202B"/>
                </a:solidFill>
                <a:latin typeface="Segoe UI"/>
              </a:rPr>
              <a:t> </a:t>
            </a:r>
            <a:r>
              <a:rPr sz="1350" b="1" i="0" dirty="0" err="1">
                <a:solidFill>
                  <a:srgbClr val="16202B"/>
                </a:solidFill>
                <a:latin typeface="Segoe UI"/>
              </a:rPr>
              <a:t>mới</a:t>
            </a:r>
            <a:r>
              <a:rPr sz="1350" b="1" i="0" dirty="0">
                <a:solidFill>
                  <a:srgbClr val="16202B"/>
                </a:solidFill>
                <a:latin typeface="Segoe UI"/>
              </a:rPr>
              <a:t> </a:t>
            </a:r>
            <a:r>
              <a:rPr sz="1350" b="1" i="0" dirty="0" err="1">
                <a:solidFill>
                  <a:srgbClr val="16202B"/>
                </a:solidFill>
                <a:latin typeface="Segoe UI"/>
              </a:rPr>
              <a:t>làm</a:t>
            </a:r>
            <a:r>
              <a:rPr sz="1350" b="1" i="0" dirty="0">
                <a:solidFill>
                  <a:srgbClr val="16202B"/>
                </a:solidFill>
                <a:latin typeface="Segoe UI"/>
              </a:rPr>
              <a:t> 2 </a:t>
            </a:r>
            <a:r>
              <a:rPr sz="1350" b="1" i="0" dirty="0" err="1">
                <a:solidFill>
                  <a:srgbClr val="16202B"/>
                </a:solidFill>
                <a:latin typeface="Segoe UI"/>
              </a:rPr>
              <a:t>việc</a:t>
            </a:r>
            <a:r>
              <a:rPr sz="1350" b="1" i="0" dirty="0">
                <a:solidFill>
                  <a:srgbClr val="16202B"/>
                </a:solidFill>
                <a:latin typeface="Segoe UI"/>
              </a:rPr>
              <a:t>: </a:t>
            </a:r>
          </a:p>
          <a:p>
            <a:pPr>
              <a:spcBef>
                <a:spcPts val="600"/>
              </a:spcBef>
            </a:pPr>
            <a:r>
              <a:rPr sz="1300" b="0" i="0" dirty="0">
                <a:solidFill>
                  <a:srgbClr val="16202B"/>
                </a:solidFill>
                <a:latin typeface="Segoe UI"/>
              </a:rPr>
              <a:t>① </a:t>
            </a:r>
            <a:r>
              <a:rPr sz="1300" b="0" i="0" dirty="0" err="1">
                <a:solidFill>
                  <a:srgbClr val="16202B"/>
                </a:solidFill>
                <a:latin typeface="Segoe UI"/>
              </a:rPr>
              <a:t>Đối</a:t>
            </a:r>
            <a:r>
              <a:rPr sz="1300" b="0" i="0" dirty="0">
                <a:solidFill>
                  <a:srgbClr val="16202B"/>
                </a:solidFill>
                <a:latin typeface="Segoe UI"/>
              </a:rPr>
              <a:t> </a:t>
            </a:r>
            <a:r>
              <a:rPr sz="1300" b="0" i="0" dirty="0" err="1">
                <a:solidFill>
                  <a:srgbClr val="16202B"/>
                </a:solidFill>
                <a:latin typeface="Segoe UI"/>
              </a:rPr>
              <a:t>chiếu</a:t>
            </a:r>
            <a:r>
              <a:rPr sz="1300" b="0" i="0" dirty="0">
                <a:solidFill>
                  <a:srgbClr val="16202B"/>
                </a:solidFill>
                <a:latin typeface="Segoe UI"/>
              </a:rPr>
              <a:t> </a:t>
            </a:r>
            <a:r>
              <a:rPr sz="1300" b="0" i="0" dirty="0" err="1">
                <a:solidFill>
                  <a:srgbClr val="16202B"/>
                </a:solidFill>
                <a:latin typeface="Segoe UI"/>
              </a:rPr>
              <a:t>độ</a:t>
            </a:r>
            <a:r>
              <a:rPr sz="1300" b="0" i="0" dirty="0">
                <a:solidFill>
                  <a:srgbClr val="16202B"/>
                </a:solidFill>
                <a:latin typeface="Segoe UI"/>
              </a:rPr>
              <a:t> </a:t>
            </a:r>
            <a:r>
              <a:rPr sz="1300" b="0" i="0" dirty="0" err="1">
                <a:solidFill>
                  <a:srgbClr val="16202B"/>
                </a:solidFill>
                <a:latin typeface="Segoe UI"/>
              </a:rPr>
              <a:t>tự</a:t>
            </a:r>
            <a:r>
              <a:rPr sz="1300" b="0" i="0" dirty="0">
                <a:solidFill>
                  <a:srgbClr val="16202B"/>
                </a:solidFill>
                <a:latin typeface="Segoe UI"/>
              </a:rPr>
              <a:t> tin </a:t>
            </a:r>
            <a:r>
              <a:rPr sz="1300" b="0" i="0" dirty="0" err="1">
                <a:solidFill>
                  <a:srgbClr val="16202B"/>
                </a:solidFill>
                <a:latin typeface="Segoe UI"/>
              </a:rPr>
              <a:t>với</a:t>
            </a:r>
            <a:r>
              <a:rPr sz="1300" b="0" i="0" dirty="0">
                <a:solidFill>
                  <a:srgbClr val="16202B"/>
                </a:solidFill>
                <a:latin typeface="Segoe UI"/>
              </a:rPr>
              <a:t> </a:t>
            </a:r>
            <a:r>
              <a:rPr sz="1300" b="0" i="0" dirty="0" err="1">
                <a:solidFill>
                  <a:srgbClr val="16202B"/>
                </a:solidFill>
                <a:latin typeface="Segoe UI"/>
              </a:rPr>
              <a:t>lịch</a:t>
            </a:r>
            <a:r>
              <a:rPr sz="1300" b="0" i="0" dirty="0">
                <a:solidFill>
                  <a:srgbClr val="16202B"/>
                </a:solidFill>
                <a:latin typeface="Segoe UI"/>
              </a:rPr>
              <a:t> </a:t>
            </a:r>
            <a:r>
              <a:rPr sz="1300" b="0" i="0" dirty="0" err="1">
                <a:solidFill>
                  <a:srgbClr val="16202B"/>
                </a:solidFill>
                <a:latin typeface="Segoe UI"/>
              </a:rPr>
              <a:t>sử</a:t>
            </a:r>
            <a:r>
              <a:rPr sz="1300" b="0" i="0" dirty="0">
                <a:solidFill>
                  <a:srgbClr val="16202B"/>
                </a:solidFill>
                <a:latin typeface="Segoe UI"/>
              </a:rPr>
              <a:t> </a:t>
            </a:r>
            <a:r>
              <a:rPr sz="1300" b="0" i="0" dirty="0" err="1">
                <a:solidFill>
                  <a:srgbClr val="16202B"/>
                </a:solidFill>
                <a:latin typeface="Segoe UI"/>
              </a:rPr>
              <a:t>phản</a:t>
            </a:r>
            <a:r>
              <a:rPr sz="1300" b="0" i="0" dirty="0">
                <a:solidFill>
                  <a:srgbClr val="16202B"/>
                </a:solidFill>
                <a:latin typeface="Segoe UI"/>
              </a:rPr>
              <a:t> </a:t>
            </a:r>
            <a:r>
              <a:rPr sz="1300" b="0" i="0" dirty="0" err="1">
                <a:solidFill>
                  <a:srgbClr val="16202B"/>
                </a:solidFill>
                <a:latin typeface="Segoe UI"/>
              </a:rPr>
              <a:t>hồi</a:t>
            </a:r>
            <a:r>
              <a:rPr sz="1300" b="0" i="0" dirty="0">
                <a:solidFill>
                  <a:srgbClr val="16202B"/>
                </a:solidFill>
                <a:latin typeface="Segoe UI"/>
              </a:rPr>
              <a:t> </a:t>
            </a:r>
            <a:r>
              <a:rPr sz="1300" b="0" i="0" dirty="0" err="1">
                <a:solidFill>
                  <a:srgbClr val="16202B"/>
                </a:solidFill>
                <a:latin typeface="Segoe UI"/>
              </a:rPr>
              <a:t>thật</a:t>
            </a:r>
            <a:r>
              <a:rPr sz="1300" b="0" i="0" dirty="0">
                <a:solidFill>
                  <a:srgbClr val="16202B"/>
                </a:solidFill>
                <a:latin typeface="Segoe UI"/>
              </a:rPr>
              <a:t>, </a:t>
            </a:r>
            <a:r>
              <a:rPr sz="1300" b="0" i="0" dirty="0" err="1">
                <a:solidFill>
                  <a:srgbClr val="16202B"/>
                </a:solidFill>
                <a:latin typeface="Segoe UI"/>
              </a:rPr>
              <a:t>ưu</a:t>
            </a:r>
            <a:r>
              <a:rPr sz="1300" b="0" i="0" dirty="0">
                <a:solidFill>
                  <a:srgbClr val="16202B"/>
                </a:solidFill>
                <a:latin typeface="Segoe UI"/>
              </a:rPr>
              <a:t> </a:t>
            </a:r>
            <a:r>
              <a:rPr sz="1300" b="0" i="0" dirty="0" err="1">
                <a:solidFill>
                  <a:srgbClr val="16202B"/>
                </a:solidFill>
                <a:latin typeface="Segoe UI"/>
              </a:rPr>
              <a:t>tiên</a:t>
            </a:r>
            <a:r>
              <a:rPr sz="1300" b="0" i="0" dirty="0">
                <a:solidFill>
                  <a:srgbClr val="16202B"/>
                </a:solidFill>
                <a:latin typeface="Segoe UI"/>
              </a:rPr>
              <a:t> </a:t>
            </a:r>
            <a:r>
              <a:rPr sz="1300" b="0" i="0" dirty="0" err="1">
                <a:solidFill>
                  <a:srgbClr val="16202B"/>
                </a:solidFill>
                <a:latin typeface="Segoe UI"/>
              </a:rPr>
              <a:t>hỏi</a:t>
            </a:r>
            <a:r>
              <a:rPr sz="1300" b="0" i="0" dirty="0">
                <a:solidFill>
                  <a:srgbClr val="16202B"/>
                </a:solidFill>
                <a:latin typeface="Segoe UI"/>
              </a:rPr>
              <a:t> </a:t>
            </a:r>
            <a:r>
              <a:rPr sz="1300" b="0" i="0" dirty="0" err="1">
                <a:solidFill>
                  <a:srgbClr val="16202B"/>
                </a:solidFill>
                <a:latin typeface="Segoe UI"/>
              </a:rPr>
              <a:t>đúng</a:t>
            </a:r>
            <a:r>
              <a:rPr sz="1300" b="0" i="0" dirty="0">
                <a:solidFill>
                  <a:srgbClr val="16202B"/>
                </a:solidFill>
                <a:latin typeface="Segoe UI"/>
              </a:rPr>
              <a:t> </a:t>
            </a:r>
            <a:r>
              <a:rPr sz="1300" b="0" i="0" dirty="0" err="1">
                <a:solidFill>
                  <a:srgbClr val="16202B"/>
                </a:solidFill>
                <a:latin typeface="Segoe UI"/>
              </a:rPr>
              <a:t>những</a:t>
            </a:r>
            <a:r>
              <a:rPr sz="1300" b="0" i="0" dirty="0">
                <a:solidFill>
                  <a:srgbClr val="16202B"/>
                </a:solidFill>
                <a:latin typeface="Segoe UI"/>
              </a:rPr>
              <a:t> </a:t>
            </a:r>
            <a:r>
              <a:rPr sz="1300" b="0" i="0" dirty="0" err="1">
                <a:solidFill>
                  <a:srgbClr val="16202B"/>
                </a:solidFill>
                <a:latin typeface="Segoe UI"/>
              </a:rPr>
              <a:t>ảnh</a:t>
            </a:r>
            <a:r>
              <a:rPr sz="1300" b="0" i="0" dirty="0">
                <a:solidFill>
                  <a:srgbClr val="16202B"/>
                </a:solidFill>
                <a:latin typeface="Segoe UI"/>
              </a:rPr>
              <a:t> </a:t>
            </a:r>
            <a:r>
              <a:rPr sz="1300" b="0" i="0" dirty="0" err="1">
                <a:solidFill>
                  <a:srgbClr val="16202B"/>
                </a:solidFill>
                <a:latin typeface="Segoe UI"/>
              </a:rPr>
              <a:t>mà</a:t>
            </a:r>
            <a:r>
              <a:rPr sz="1300" b="0" i="0" dirty="0">
                <a:solidFill>
                  <a:srgbClr val="16202B"/>
                </a:solidFill>
                <a:latin typeface="Segoe UI"/>
              </a:rPr>
              <a:t> </a:t>
            </a:r>
            <a:r>
              <a:rPr sz="1300" b="0" i="0" dirty="0" err="1">
                <a:solidFill>
                  <a:srgbClr val="16202B"/>
                </a:solidFill>
                <a:latin typeface="Segoe UI"/>
              </a:rPr>
              <a:t>kết</a:t>
            </a:r>
            <a:r>
              <a:rPr sz="1300" b="0" i="0" dirty="0">
                <a:solidFill>
                  <a:srgbClr val="16202B"/>
                </a:solidFill>
                <a:latin typeface="Segoe UI"/>
              </a:rPr>
              <a:t> </a:t>
            </a:r>
            <a:r>
              <a:rPr sz="1300" b="0" i="0" dirty="0" err="1">
                <a:solidFill>
                  <a:srgbClr val="16202B"/>
                </a:solidFill>
                <a:latin typeface="Segoe UI"/>
              </a:rPr>
              <a:t>quả</a:t>
            </a:r>
            <a:r>
              <a:rPr sz="1300" b="0" i="0" dirty="0">
                <a:solidFill>
                  <a:srgbClr val="16202B"/>
                </a:solidFill>
                <a:latin typeface="Segoe UI"/>
              </a:rPr>
              <a:t> </a:t>
            </a:r>
            <a:r>
              <a:rPr sz="1300" b="0" i="0" dirty="0" err="1">
                <a:solidFill>
                  <a:srgbClr val="16202B"/>
                </a:solidFill>
                <a:latin typeface="Segoe UI"/>
              </a:rPr>
              <a:t>còn</a:t>
            </a:r>
            <a:r>
              <a:rPr sz="1300" b="0" i="0" dirty="0">
                <a:solidFill>
                  <a:srgbClr val="16202B"/>
                </a:solidFill>
                <a:latin typeface="Segoe UI"/>
              </a:rPr>
              <a:t> </a:t>
            </a:r>
            <a:r>
              <a:rPr sz="1300" b="0" i="0" dirty="0" err="1">
                <a:solidFill>
                  <a:srgbClr val="16202B"/>
                </a:solidFill>
                <a:latin typeface="Segoe UI"/>
              </a:rPr>
              <a:t>thật</a:t>
            </a:r>
            <a:r>
              <a:rPr sz="1300" b="0" i="0" dirty="0">
                <a:solidFill>
                  <a:srgbClr val="16202B"/>
                </a:solidFill>
                <a:latin typeface="Segoe UI"/>
              </a:rPr>
              <a:t> </a:t>
            </a:r>
            <a:r>
              <a:rPr sz="1300" b="0" i="0" dirty="0" err="1">
                <a:solidFill>
                  <a:srgbClr val="16202B"/>
                </a:solidFill>
                <a:latin typeface="Segoe UI"/>
              </a:rPr>
              <a:t>sự</a:t>
            </a:r>
            <a:r>
              <a:rPr sz="1300" b="0" i="0" dirty="0">
                <a:solidFill>
                  <a:srgbClr val="16202B"/>
                </a:solidFill>
                <a:latin typeface="Segoe UI"/>
              </a:rPr>
              <a:t> </a:t>
            </a:r>
            <a:r>
              <a:rPr sz="1300" b="0" i="0" dirty="0" err="1">
                <a:solidFill>
                  <a:srgbClr val="16202B"/>
                </a:solidFill>
                <a:latin typeface="Segoe UI"/>
              </a:rPr>
              <a:t>chưa</a:t>
            </a:r>
            <a:r>
              <a:rPr sz="1300" b="0" i="0" dirty="0">
                <a:solidFill>
                  <a:srgbClr val="16202B"/>
                </a:solidFill>
                <a:latin typeface="Segoe UI"/>
              </a:rPr>
              <a:t> </a:t>
            </a:r>
            <a:r>
              <a:rPr sz="1300" b="0" i="0" dirty="0" err="1">
                <a:solidFill>
                  <a:srgbClr val="16202B"/>
                </a:solidFill>
                <a:latin typeface="Segoe UI"/>
              </a:rPr>
              <a:t>biết</a:t>
            </a:r>
            <a:r>
              <a:rPr sz="1300" b="0" i="0" dirty="0">
                <a:solidFill>
                  <a:srgbClr val="16202B"/>
                </a:solidFill>
                <a:latin typeface="Segoe UI"/>
              </a:rPr>
              <a:t> </a:t>
            </a:r>
            <a:r>
              <a:rPr sz="1300" b="0" i="0" dirty="0" err="1">
                <a:solidFill>
                  <a:srgbClr val="16202B"/>
                </a:solidFill>
                <a:latin typeface="Segoe UI"/>
              </a:rPr>
              <a:t>trước</a:t>
            </a:r>
            <a:r>
              <a:rPr sz="1300" b="0" i="0" dirty="0">
                <a:solidFill>
                  <a:srgbClr val="16202B"/>
                </a:solidFill>
                <a:latin typeface="Segoe UI"/>
              </a:rPr>
              <a:t> (50-50); </a:t>
            </a:r>
          </a:p>
          <a:p>
            <a:pPr>
              <a:spcBef>
                <a:spcPts val="400"/>
              </a:spcBef>
            </a:pPr>
            <a:r>
              <a:rPr sz="1300" b="0" i="0" dirty="0">
                <a:solidFill>
                  <a:srgbClr val="16202B"/>
                </a:solidFill>
                <a:latin typeface="Segoe UI"/>
              </a:rPr>
              <a:t>② </a:t>
            </a:r>
            <a:r>
              <a:rPr sz="1300" b="0" i="0" dirty="0" err="1">
                <a:solidFill>
                  <a:srgbClr val="16202B"/>
                </a:solidFill>
                <a:latin typeface="Segoe UI"/>
              </a:rPr>
              <a:t>Ước</a:t>
            </a:r>
            <a:r>
              <a:rPr sz="1300" b="0" i="0" dirty="0">
                <a:solidFill>
                  <a:srgbClr val="16202B"/>
                </a:solidFill>
                <a:latin typeface="Segoe UI"/>
              </a:rPr>
              <a:t> </a:t>
            </a:r>
            <a:r>
              <a:rPr sz="1300" b="0" i="0" dirty="0" err="1">
                <a:solidFill>
                  <a:srgbClr val="16202B"/>
                </a:solidFill>
                <a:latin typeface="Segoe UI"/>
              </a:rPr>
              <a:t>lượng</a:t>
            </a:r>
            <a:r>
              <a:rPr sz="1300" b="0" i="0" dirty="0">
                <a:solidFill>
                  <a:srgbClr val="16202B"/>
                </a:solidFill>
                <a:latin typeface="Segoe UI"/>
              </a:rPr>
              <a:t> </a:t>
            </a:r>
            <a:r>
              <a:rPr sz="1300" b="0" i="0" dirty="0" err="1">
                <a:solidFill>
                  <a:srgbClr val="16202B"/>
                </a:solidFill>
                <a:latin typeface="Segoe UI"/>
              </a:rPr>
              <a:t>độ</a:t>
            </a:r>
            <a:r>
              <a:rPr sz="1300" b="0" i="0" dirty="0">
                <a:solidFill>
                  <a:srgbClr val="16202B"/>
                </a:solidFill>
                <a:latin typeface="Segoe UI"/>
              </a:rPr>
              <a:t> </a:t>
            </a:r>
            <a:r>
              <a:rPr sz="1300" b="0" i="0" dirty="0" err="1">
                <a:solidFill>
                  <a:srgbClr val="16202B"/>
                </a:solidFill>
                <a:latin typeface="Segoe UI"/>
              </a:rPr>
              <a:t>tự</a:t>
            </a:r>
            <a:r>
              <a:rPr sz="1300" b="0" i="0" dirty="0">
                <a:solidFill>
                  <a:srgbClr val="16202B"/>
                </a:solidFill>
                <a:latin typeface="Segoe UI"/>
              </a:rPr>
              <a:t> tin </a:t>
            </a:r>
            <a:r>
              <a:rPr sz="1300" b="0" i="0" dirty="0" err="1">
                <a:solidFill>
                  <a:srgbClr val="16202B"/>
                </a:solidFill>
                <a:latin typeface="Segoe UI"/>
              </a:rPr>
              <a:t>kỹ</a:t>
            </a:r>
            <a:r>
              <a:rPr sz="1300" b="0" i="0" dirty="0">
                <a:solidFill>
                  <a:srgbClr val="16202B"/>
                </a:solidFill>
                <a:latin typeface="Segoe UI"/>
              </a:rPr>
              <a:t> </a:t>
            </a:r>
            <a:r>
              <a:rPr sz="1300" b="0" i="0" dirty="0" err="1">
                <a:solidFill>
                  <a:srgbClr val="16202B"/>
                </a:solidFill>
                <a:latin typeface="Segoe UI"/>
              </a:rPr>
              <a:t>hơn</a:t>
            </a:r>
            <a:r>
              <a:rPr sz="1300" b="0" i="0" dirty="0">
                <a:solidFill>
                  <a:srgbClr val="16202B"/>
                </a:solidFill>
                <a:latin typeface="Segoe UI"/>
              </a:rPr>
              <a:t> (</a:t>
            </a:r>
            <a:r>
              <a:rPr lang="en-US" sz="1300" dirty="0" err="1">
                <a:solidFill>
                  <a:srgbClr val="16202B"/>
                </a:solidFill>
                <a:latin typeface="Segoe UI"/>
              </a:rPr>
              <a:t>tăng</a:t>
            </a:r>
            <a:r>
              <a:rPr lang="en-US" sz="1300" dirty="0">
                <a:solidFill>
                  <a:srgbClr val="16202B"/>
                </a:solidFill>
                <a:latin typeface="Segoe UI"/>
              </a:rPr>
              <a:t> </a:t>
            </a:r>
            <a:r>
              <a:rPr lang="en-US" sz="1300" dirty="0" err="1">
                <a:solidFill>
                  <a:srgbClr val="16202B"/>
                </a:solidFill>
                <a:latin typeface="Segoe UI"/>
              </a:rPr>
              <a:t>số</a:t>
            </a:r>
            <a:r>
              <a:rPr lang="en-US" sz="1300" dirty="0">
                <a:solidFill>
                  <a:srgbClr val="16202B"/>
                </a:solidFill>
                <a:latin typeface="Segoe UI"/>
              </a:rPr>
              <a:t> </a:t>
            </a:r>
            <a:r>
              <a:rPr lang="en-US" sz="1300" dirty="0" err="1">
                <a:solidFill>
                  <a:srgbClr val="16202B"/>
                </a:solidFill>
                <a:latin typeface="Segoe UI"/>
              </a:rPr>
              <a:t>lần</a:t>
            </a:r>
            <a:r>
              <a:rPr lang="en-US" sz="1300" dirty="0">
                <a:solidFill>
                  <a:srgbClr val="16202B"/>
                </a:solidFill>
                <a:latin typeface="Segoe UI"/>
              </a:rPr>
              <a:t> </a:t>
            </a:r>
            <a:r>
              <a:rPr lang="en-US" sz="1300" dirty="0" err="1">
                <a:solidFill>
                  <a:srgbClr val="16202B"/>
                </a:solidFill>
                <a:latin typeface="Segoe UI"/>
              </a:rPr>
              <a:t>thực</a:t>
            </a:r>
            <a:r>
              <a:rPr lang="en-US" sz="1300" dirty="0">
                <a:solidFill>
                  <a:srgbClr val="16202B"/>
                </a:solidFill>
                <a:latin typeface="Segoe UI"/>
              </a:rPr>
              <a:t> </a:t>
            </a:r>
            <a:r>
              <a:rPr lang="en-US" sz="1300" dirty="0" err="1">
                <a:solidFill>
                  <a:srgbClr val="16202B"/>
                </a:solidFill>
                <a:latin typeface="Segoe UI"/>
              </a:rPr>
              <a:t>hiện</a:t>
            </a:r>
            <a:r>
              <a:rPr lang="en-US" sz="1300" dirty="0">
                <a:solidFill>
                  <a:srgbClr val="16202B"/>
                </a:solidFill>
                <a:latin typeface="Segoe UI"/>
              </a:rPr>
              <a:t> MC-Dropout</a:t>
            </a:r>
            <a:r>
              <a:rPr sz="1300" b="0" i="0" dirty="0">
                <a:solidFill>
                  <a:srgbClr val="16202B"/>
                </a:solidFill>
                <a:latin typeface="Segoe UI"/>
              </a:rPr>
              <a:t>) </a:t>
            </a:r>
            <a:r>
              <a:rPr sz="1300" b="0" i="0" dirty="0" err="1">
                <a:solidFill>
                  <a:srgbClr val="16202B"/>
                </a:solidFill>
                <a:latin typeface="Segoe UI"/>
              </a:rPr>
              <a:t>đúng</a:t>
            </a:r>
            <a:r>
              <a:rPr sz="1300" b="0" i="0" dirty="0">
                <a:solidFill>
                  <a:srgbClr val="16202B"/>
                </a:solidFill>
                <a:latin typeface="Segoe UI"/>
              </a:rPr>
              <a:t> ở </a:t>
            </a:r>
            <a:r>
              <a:rPr sz="1300" b="0" i="0" dirty="0" err="1">
                <a:solidFill>
                  <a:srgbClr val="16202B"/>
                </a:solidFill>
                <a:latin typeface="Segoe UI"/>
              </a:rPr>
              <a:t>bước</a:t>
            </a:r>
            <a:r>
              <a:rPr sz="1300" b="0" i="0" dirty="0">
                <a:solidFill>
                  <a:srgbClr val="16202B"/>
                </a:solidFill>
                <a:latin typeface="Segoe UI"/>
              </a:rPr>
              <a:t> </a:t>
            </a:r>
            <a:r>
              <a:rPr sz="1300" b="0" i="0" dirty="0" err="1">
                <a:solidFill>
                  <a:srgbClr val="16202B"/>
                </a:solidFill>
                <a:latin typeface="Segoe UI"/>
              </a:rPr>
              <a:t>chọn</a:t>
            </a:r>
            <a:r>
              <a:rPr sz="1300" b="0" i="0" dirty="0">
                <a:solidFill>
                  <a:srgbClr val="16202B"/>
                </a:solidFill>
                <a:latin typeface="Segoe UI"/>
              </a:rPr>
              <a:t> </a:t>
            </a:r>
            <a:r>
              <a:rPr sz="1300" b="0" i="0" dirty="0" err="1">
                <a:solidFill>
                  <a:srgbClr val="16202B"/>
                </a:solidFill>
                <a:latin typeface="Segoe UI"/>
              </a:rPr>
              <a:t>này</a:t>
            </a:r>
            <a:r>
              <a:rPr lang="en-US" sz="1300" b="0" i="0" dirty="0">
                <a:solidFill>
                  <a:srgbClr val="16202B"/>
                </a:solidFill>
                <a:latin typeface="Segoe UI"/>
              </a:rPr>
              <a:t>.</a:t>
            </a:r>
            <a:endParaRPr sz="1300" b="0" i="0" dirty="0">
              <a:solidFill>
                <a:srgbClr val="16202B"/>
              </a:solidFill>
              <a:latin typeface="Segoe UI"/>
            </a:endParaRPr>
          </a:p>
        </p:txBody>
      </p:sp>
      <p:sp>
        <p:nvSpPr>
          <p:cNvPr id="25" name="TextBox 24"/>
          <p:cNvSpPr txBox="1"/>
          <p:nvPr/>
        </p:nvSpPr>
        <p:spPr>
          <a:xfrm>
            <a:off x="685800" y="6446520"/>
            <a:ext cx="1828800" cy="320040"/>
          </a:xfrm>
          <a:prstGeom prst="rect">
            <a:avLst/>
          </a:prstGeom>
          <a:noFill/>
        </p:spPr>
        <p:txBody>
          <a:bodyPr wrap="square" lIns="0" tIns="0" rIns="0" bIns="0" anchor="t">
            <a:spAutoFit/>
          </a:bodyPr>
          <a:lstStyle/>
          <a:p>
            <a:r>
              <a:rPr sz="1000" b="0" i="0" spc="60">
                <a:solidFill>
                  <a:srgbClr val="5B6B7C"/>
                </a:solidFill>
                <a:latin typeface="Consolas"/>
              </a:rPr>
              <a:t>06 / 08</a:t>
            </a:r>
          </a:p>
        </p:txBody>
      </p:sp>
      <p:cxnSp>
        <p:nvCxnSpPr>
          <p:cNvPr id="26" name="Connector 25"/>
          <p:cNvCxnSpPr/>
          <p:nvPr/>
        </p:nvCxnSpPr>
        <p:spPr>
          <a:xfrm>
            <a:off x="685800" y="6382512"/>
            <a:ext cx="10820095" cy="0"/>
          </a:xfrm>
          <a:prstGeom prst="line">
            <a:avLst/>
          </a:prstGeom>
          <a:ln w="9525">
            <a:solidFill>
              <a:srgbClr val="D6E0E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502920"/>
            <a:ext cx="9144000" cy="365760"/>
          </a:xfrm>
          <a:prstGeom prst="rect">
            <a:avLst/>
          </a:prstGeom>
          <a:noFill/>
        </p:spPr>
        <p:txBody>
          <a:bodyPr wrap="square" lIns="0" tIns="0" rIns="0" bIns="0" anchor="t">
            <a:spAutoFit/>
          </a:bodyPr>
          <a:lstStyle/>
          <a:p>
            <a:r>
              <a:rPr sz="1200" b="1" i="0" spc="120">
                <a:solidFill>
                  <a:srgbClr val="0E8F82"/>
                </a:solidFill>
                <a:latin typeface="Consolas"/>
              </a:rPr>
              <a:t>06 · VÍ DỤ MINH HOẠ</a:t>
            </a:r>
          </a:p>
        </p:txBody>
      </p:sp>
      <p:sp>
        <p:nvSpPr>
          <p:cNvPr id="4" name="TextBox 3"/>
          <p:cNvSpPr txBox="1"/>
          <p:nvPr/>
        </p:nvSpPr>
        <p:spPr>
          <a:xfrm>
            <a:off x="685800" y="868680"/>
            <a:ext cx="10607040" cy="1005840"/>
          </a:xfrm>
          <a:prstGeom prst="rect">
            <a:avLst/>
          </a:prstGeom>
          <a:noFill/>
        </p:spPr>
        <p:txBody>
          <a:bodyPr wrap="square" lIns="0" tIns="0" rIns="0" bIns="0" anchor="t">
            <a:spAutoFit/>
          </a:bodyPr>
          <a:lstStyle/>
          <a:p>
            <a:r>
              <a:rPr sz="2500" b="1" i="0">
                <a:solidFill>
                  <a:srgbClr val="16202B"/>
                </a:solidFill>
                <a:latin typeface="Segoe UI"/>
              </a:rPr>
              <a:t>Cùng 1 lô ảnh, hai cách chọn cho ra hai kết quả khác nhau</a:t>
            </a:r>
          </a:p>
        </p:txBody>
      </p:sp>
      <p:graphicFrame>
        <p:nvGraphicFramePr>
          <p:cNvPr id="5" name="Table 4"/>
          <p:cNvGraphicFramePr>
            <a:graphicFrameLocks noGrp="1"/>
          </p:cNvGraphicFramePr>
          <p:nvPr/>
        </p:nvGraphicFramePr>
        <p:xfrm>
          <a:off x="685800" y="2057400"/>
          <a:ext cx="8778240" cy="246888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411480">
                <a:tc>
                  <a:txBody>
                    <a:bodyPr/>
                    <a:lstStyle/>
                    <a:p>
                      <a:pPr algn="l"/>
                      <a:r>
                        <a:rPr sz="1000" b="1" i="0">
                          <a:solidFill>
                            <a:srgbClr val="FFFFFF"/>
                          </a:solidFill>
                          <a:latin typeface="Consolas"/>
                        </a:rPr>
                        <a:t>ẢNH</a:t>
                      </a:r>
                    </a:p>
                  </a:txBody>
                  <a:tcPr>
                    <a:solidFill>
                      <a:srgbClr val="16202B"/>
                    </a:solidFill>
                  </a:tcPr>
                </a:tc>
                <a:tc>
                  <a:txBody>
                    <a:bodyPr/>
                    <a:lstStyle/>
                    <a:p>
                      <a:pPr algn="l"/>
                      <a:r>
                        <a:rPr sz="1000" b="1" i="0">
                          <a:solidFill>
                            <a:srgbClr val="FFFFFF"/>
                          </a:solidFill>
                          <a:latin typeface="Consolas"/>
                        </a:rPr>
                        <a:t>ĐỘ TỰ TIN THÔ</a:t>
                      </a:r>
                    </a:p>
                  </a:txBody>
                  <a:tcPr>
                    <a:solidFill>
                      <a:srgbClr val="16202B"/>
                    </a:solidFill>
                  </a:tcPr>
                </a:tc>
                <a:tc>
                  <a:txBody>
                    <a:bodyPr/>
                    <a:lstStyle/>
                    <a:p>
                      <a:pPr algn="l"/>
                      <a:r>
                        <a:rPr sz="1000" b="1" i="0">
                          <a:solidFill>
                            <a:srgbClr val="FFFFFF"/>
                          </a:solidFill>
                          <a:latin typeface="Consolas"/>
                        </a:rPr>
                        <a:t>XÁC SUẤT ĐÚNG (ĐÃ ĐỐI CHIẾU)</a:t>
                      </a:r>
                    </a:p>
                  </a:txBody>
                  <a:tcPr>
                    <a:solidFill>
                      <a:srgbClr val="16202B"/>
                    </a:solidFill>
                  </a:tcPr>
                </a:tc>
                <a:tc>
                  <a:txBody>
                    <a:bodyPr/>
                    <a:lstStyle/>
                    <a:p>
                      <a:pPr algn="l"/>
                      <a:r>
                        <a:rPr sz="1000" b="1" i="0">
                          <a:solidFill>
                            <a:srgbClr val="FFFFFF"/>
                          </a:solidFill>
                          <a:latin typeface="Consolas"/>
                        </a:rPr>
                        <a:t>CÁCH CŨ CHỌN?</a:t>
                      </a:r>
                    </a:p>
                  </a:txBody>
                  <a:tcPr>
                    <a:solidFill>
                      <a:srgbClr val="16202B"/>
                    </a:solidFill>
                  </a:tcPr>
                </a:tc>
                <a:tc>
                  <a:txBody>
                    <a:bodyPr/>
                    <a:lstStyle/>
                    <a:p>
                      <a:pPr algn="l"/>
                      <a:r>
                        <a:rPr sz="1000" b="1" i="0">
                          <a:solidFill>
                            <a:srgbClr val="FFFFFF"/>
                          </a:solidFill>
                          <a:latin typeface="Consolas"/>
                        </a:rPr>
                        <a:t>CÁCH MỚI CHỌN?</a:t>
                      </a:r>
                    </a:p>
                  </a:txBody>
                  <a:tcPr>
                    <a:solidFill>
                      <a:srgbClr val="16202B"/>
                    </a:solidFill>
                  </a:tcPr>
                </a:tc>
                <a:extLst>
                  <a:ext uri="{0D108BD9-81ED-4DB2-BD59-A6C34878D82A}">
                    <a16:rowId xmlns:a16="http://schemas.microsoft.com/office/drawing/2014/main" val="10000"/>
                  </a:ext>
                </a:extLst>
              </a:tr>
              <a:tr h="411480">
                <a:tc>
                  <a:txBody>
                    <a:bodyPr/>
                    <a:lstStyle/>
                    <a:p>
                      <a:pPr algn="l"/>
                      <a:r>
                        <a:rPr sz="1250" b="0" i="0">
                          <a:solidFill>
                            <a:srgbClr val="16202B"/>
                          </a:solidFill>
                          <a:latin typeface="Segoe UI"/>
                        </a:rPr>
                        <a:t>Ảnh 1</a:t>
                      </a:r>
                    </a:p>
                  </a:txBody>
                  <a:tcPr>
                    <a:solidFill>
                      <a:srgbClr val="FBEBD2"/>
                    </a:solidFill>
                  </a:tcPr>
                </a:tc>
                <a:tc>
                  <a:txBody>
                    <a:bodyPr/>
                    <a:lstStyle/>
                    <a:p>
                      <a:pPr algn="l"/>
                      <a:r>
                        <a:rPr sz="1250" b="0" i="0">
                          <a:solidFill>
                            <a:srgbClr val="16202B"/>
                          </a:solidFill>
                          <a:latin typeface="Consolas"/>
                        </a:rPr>
                        <a:t>31%</a:t>
                      </a:r>
                    </a:p>
                  </a:txBody>
                  <a:tcPr>
                    <a:solidFill>
                      <a:srgbClr val="FBEBD2"/>
                    </a:solidFill>
                  </a:tcPr>
                </a:tc>
                <a:tc>
                  <a:txBody>
                    <a:bodyPr/>
                    <a:lstStyle/>
                    <a:p>
                      <a:pPr algn="l"/>
                      <a:r>
                        <a:rPr sz="1250" b="0" i="0">
                          <a:solidFill>
                            <a:srgbClr val="16202B"/>
                          </a:solidFill>
                          <a:latin typeface="Consolas"/>
                        </a:rPr>
                        <a:t>≈1%</a:t>
                      </a:r>
                    </a:p>
                  </a:txBody>
                  <a:tcPr>
                    <a:solidFill>
                      <a:srgbClr val="FBEBD2"/>
                    </a:solidFill>
                  </a:tcPr>
                </a:tc>
                <a:tc>
                  <a:txBody>
                    <a:bodyPr/>
                    <a:lstStyle/>
                    <a:p>
                      <a:pPr algn="l"/>
                      <a:r>
                        <a:rPr sz="1250" b="1" i="0">
                          <a:solidFill>
                            <a:srgbClr val="5B6B7C"/>
                          </a:solidFill>
                          <a:latin typeface="Consolas"/>
                        </a:rPr>
                        <a:t>● Có</a:t>
                      </a:r>
                    </a:p>
                  </a:txBody>
                  <a:tcPr>
                    <a:solidFill>
                      <a:srgbClr val="FBEBD2"/>
                    </a:solidFill>
                  </a:tcPr>
                </a:tc>
                <a:tc>
                  <a:txBody>
                    <a:bodyPr/>
                    <a:lstStyle/>
                    <a:p>
                      <a:pPr algn="l"/>
                      <a:r>
                        <a:rPr sz="1250" b="0" i="0">
                          <a:solidFill>
                            <a:srgbClr val="8F9CA8"/>
                          </a:solidFill>
                          <a:latin typeface="Consolas"/>
                        </a:rPr>
                        <a:t>—</a:t>
                      </a:r>
                    </a:p>
                  </a:txBody>
                  <a:tcPr>
                    <a:solidFill>
                      <a:srgbClr val="FBEBD2"/>
                    </a:solidFill>
                  </a:tcPr>
                </a:tc>
                <a:extLst>
                  <a:ext uri="{0D108BD9-81ED-4DB2-BD59-A6C34878D82A}">
                    <a16:rowId xmlns:a16="http://schemas.microsoft.com/office/drawing/2014/main" val="10001"/>
                  </a:ext>
                </a:extLst>
              </a:tr>
              <a:tr h="411480">
                <a:tc>
                  <a:txBody>
                    <a:bodyPr/>
                    <a:lstStyle/>
                    <a:p>
                      <a:pPr algn="l"/>
                      <a:r>
                        <a:rPr sz="1250" b="0" i="0">
                          <a:solidFill>
                            <a:srgbClr val="16202B"/>
                          </a:solidFill>
                          <a:latin typeface="Segoe UI"/>
                        </a:rPr>
                        <a:t>Ảnh 2</a:t>
                      </a:r>
                    </a:p>
                  </a:txBody>
                  <a:tcPr>
                    <a:solidFill>
                      <a:srgbClr val="FBEBD2"/>
                    </a:solidFill>
                  </a:tcPr>
                </a:tc>
                <a:tc>
                  <a:txBody>
                    <a:bodyPr/>
                    <a:lstStyle/>
                    <a:p>
                      <a:pPr algn="l"/>
                      <a:r>
                        <a:rPr sz="1250" b="0" i="0">
                          <a:solidFill>
                            <a:srgbClr val="16202B"/>
                          </a:solidFill>
                          <a:latin typeface="Consolas"/>
                        </a:rPr>
                        <a:t>42%</a:t>
                      </a:r>
                    </a:p>
                  </a:txBody>
                  <a:tcPr>
                    <a:solidFill>
                      <a:srgbClr val="FBEBD2"/>
                    </a:solidFill>
                  </a:tcPr>
                </a:tc>
                <a:tc>
                  <a:txBody>
                    <a:bodyPr/>
                    <a:lstStyle/>
                    <a:p>
                      <a:pPr algn="l"/>
                      <a:r>
                        <a:rPr sz="1250" b="0" i="0">
                          <a:solidFill>
                            <a:srgbClr val="16202B"/>
                          </a:solidFill>
                          <a:latin typeface="Consolas"/>
                        </a:rPr>
                        <a:t>≈10%</a:t>
                      </a:r>
                    </a:p>
                  </a:txBody>
                  <a:tcPr>
                    <a:solidFill>
                      <a:srgbClr val="FBEBD2"/>
                    </a:solidFill>
                  </a:tcPr>
                </a:tc>
                <a:tc>
                  <a:txBody>
                    <a:bodyPr/>
                    <a:lstStyle/>
                    <a:p>
                      <a:pPr algn="l"/>
                      <a:r>
                        <a:rPr sz="1250" b="1" i="0">
                          <a:solidFill>
                            <a:srgbClr val="5B6B7C"/>
                          </a:solidFill>
                          <a:latin typeface="Consolas"/>
                        </a:rPr>
                        <a:t>● Có</a:t>
                      </a:r>
                    </a:p>
                  </a:txBody>
                  <a:tcPr>
                    <a:solidFill>
                      <a:srgbClr val="FBEBD2"/>
                    </a:solidFill>
                  </a:tcPr>
                </a:tc>
                <a:tc>
                  <a:txBody>
                    <a:bodyPr/>
                    <a:lstStyle/>
                    <a:p>
                      <a:pPr algn="l"/>
                      <a:r>
                        <a:rPr sz="1250" b="0" i="0">
                          <a:solidFill>
                            <a:srgbClr val="8F9CA8"/>
                          </a:solidFill>
                          <a:latin typeface="Consolas"/>
                        </a:rPr>
                        <a:t>—</a:t>
                      </a:r>
                    </a:p>
                  </a:txBody>
                  <a:tcPr>
                    <a:solidFill>
                      <a:srgbClr val="FBEBD2"/>
                    </a:solidFill>
                  </a:tcPr>
                </a:tc>
                <a:extLst>
                  <a:ext uri="{0D108BD9-81ED-4DB2-BD59-A6C34878D82A}">
                    <a16:rowId xmlns:a16="http://schemas.microsoft.com/office/drawing/2014/main" val="10002"/>
                  </a:ext>
                </a:extLst>
              </a:tr>
              <a:tr h="411480">
                <a:tc>
                  <a:txBody>
                    <a:bodyPr/>
                    <a:lstStyle/>
                    <a:p>
                      <a:pPr algn="l"/>
                      <a:r>
                        <a:rPr sz="1250" b="0" i="0">
                          <a:solidFill>
                            <a:srgbClr val="16202B"/>
                          </a:solidFill>
                          <a:latin typeface="Segoe UI"/>
                        </a:rPr>
                        <a:t>Ảnh 3</a:t>
                      </a:r>
                    </a:p>
                  </a:txBody>
                  <a:tcPr>
                    <a:solidFill>
                      <a:srgbClr val="FBEBD2"/>
                    </a:solidFill>
                  </a:tcPr>
                </a:tc>
                <a:tc>
                  <a:txBody>
                    <a:bodyPr/>
                    <a:lstStyle/>
                    <a:p>
                      <a:pPr algn="l"/>
                      <a:r>
                        <a:rPr sz="1250" b="0" i="0">
                          <a:solidFill>
                            <a:srgbClr val="16202B"/>
                          </a:solidFill>
                          <a:latin typeface="Consolas"/>
                        </a:rPr>
                        <a:t>55%</a:t>
                      </a:r>
                    </a:p>
                  </a:txBody>
                  <a:tcPr>
                    <a:solidFill>
                      <a:srgbClr val="FBEBD2"/>
                    </a:solidFill>
                  </a:tcPr>
                </a:tc>
                <a:tc>
                  <a:txBody>
                    <a:bodyPr/>
                    <a:lstStyle/>
                    <a:p>
                      <a:pPr algn="l"/>
                      <a:r>
                        <a:rPr sz="1250" b="0" i="0">
                          <a:solidFill>
                            <a:srgbClr val="16202B"/>
                          </a:solidFill>
                          <a:latin typeface="Consolas"/>
                        </a:rPr>
                        <a:t>≈31%</a:t>
                      </a:r>
                    </a:p>
                  </a:txBody>
                  <a:tcPr>
                    <a:solidFill>
                      <a:srgbClr val="FBEBD2"/>
                    </a:solidFill>
                  </a:tcPr>
                </a:tc>
                <a:tc>
                  <a:txBody>
                    <a:bodyPr/>
                    <a:lstStyle/>
                    <a:p>
                      <a:pPr algn="l"/>
                      <a:r>
                        <a:rPr sz="1250" b="0" i="0">
                          <a:solidFill>
                            <a:srgbClr val="8F9CA8"/>
                          </a:solidFill>
                          <a:latin typeface="Consolas"/>
                        </a:rPr>
                        <a:t>—</a:t>
                      </a:r>
                    </a:p>
                  </a:txBody>
                  <a:tcPr>
                    <a:solidFill>
                      <a:srgbClr val="FBEBD2"/>
                    </a:solidFill>
                  </a:tcPr>
                </a:tc>
                <a:tc>
                  <a:txBody>
                    <a:bodyPr/>
                    <a:lstStyle/>
                    <a:p>
                      <a:pPr algn="l"/>
                      <a:r>
                        <a:rPr sz="1250" b="1" i="0">
                          <a:solidFill>
                            <a:srgbClr val="A5680B"/>
                          </a:solidFill>
                          <a:latin typeface="Consolas"/>
                        </a:rPr>
                        <a:t>● Có</a:t>
                      </a:r>
                    </a:p>
                  </a:txBody>
                  <a:tcPr>
                    <a:solidFill>
                      <a:srgbClr val="FBEBD2"/>
                    </a:solidFill>
                  </a:tcPr>
                </a:tc>
                <a:extLst>
                  <a:ext uri="{0D108BD9-81ED-4DB2-BD59-A6C34878D82A}">
                    <a16:rowId xmlns:a16="http://schemas.microsoft.com/office/drawing/2014/main" val="10003"/>
                  </a:ext>
                </a:extLst>
              </a:tr>
              <a:tr h="411480">
                <a:tc>
                  <a:txBody>
                    <a:bodyPr/>
                    <a:lstStyle/>
                    <a:p>
                      <a:pPr algn="l"/>
                      <a:r>
                        <a:rPr sz="1250" b="0" i="0">
                          <a:solidFill>
                            <a:srgbClr val="16202B"/>
                          </a:solidFill>
                          <a:latin typeface="Segoe UI"/>
                        </a:rPr>
                        <a:t>Ảnh 4</a:t>
                      </a:r>
                    </a:p>
                  </a:txBody>
                  <a:tcPr>
                    <a:solidFill>
                      <a:srgbClr val="FBEBD2"/>
                    </a:solidFill>
                  </a:tcPr>
                </a:tc>
                <a:tc>
                  <a:txBody>
                    <a:bodyPr/>
                    <a:lstStyle/>
                    <a:p>
                      <a:pPr algn="l"/>
                      <a:r>
                        <a:rPr sz="1250" b="0" i="0">
                          <a:solidFill>
                            <a:srgbClr val="16202B"/>
                          </a:solidFill>
                          <a:latin typeface="Consolas"/>
                        </a:rPr>
                        <a:t>58%</a:t>
                      </a:r>
                    </a:p>
                  </a:txBody>
                  <a:tcPr>
                    <a:solidFill>
                      <a:srgbClr val="FBEBD2"/>
                    </a:solidFill>
                  </a:tcPr>
                </a:tc>
                <a:tc>
                  <a:txBody>
                    <a:bodyPr/>
                    <a:lstStyle/>
                    <a:p>
                      <a:pPr algn="l"/>
                      <a:r>
                        <a:rPr sz="1250" b="0" i="0">
                          <a:solidFill>
                            <a:srgbClr val="16202B"/>
                          </a:solidFill>
                          <a:latin typeface="Consolas"/>
                        </a:rPr>
                        <a:t>≈42%</a:t>
                      </a:r>
                    </a:p>
                  </a:txBody>
                  <a:tcPr>
                    <a:solidFill>
                      <a:srgbClr val="FBEBD2"/>
                    </a:solidFill>
                  </a:tcPr>
                </a:tc>
                <a:tc>
                  <a:txBody>
                    <a:bodyPr/>
                    <a:lstStyle/>
                    <a:p>
                      <a:pPr algn="l"/>
                      <a:r>
                        <a:rPr sz="1250" b="0" i="0">
                          <a:solidFill>
                            <a:srgbClr val="8F9CA8"/>
                          </a:solidFill>
                          <a:latin typeface="Consolas"/>
                        </a:rPr>
                        <a:t>—</a:t>
                      </a:r>
                    </a:p>
                  </a:txBody>
                  <a:tcPr>
                    <a:solidFill>
                      <a:srgbClr val="FBEBD2"/>
                    </a:solidFill>
                  </a:tcPr>
                </a:tc>
                <a:tc>
                  <a:txBody>
                    <a:bodyPr/>
                    <a:lstStyle/>
                    <a:p>
                      <a:pPr algn="l"/>
                      <a:r>
                        <a:rPr sz="1250" b="1" i="0">
                          <a:solidFill>
                            <a:srgbClr val="A5680B"/>
                          </a:solidFill>
                          <a:latin typeface="Consolas"/>
                        </a:rPr>
                        <a:t>● Có</a:t>
                      </a:r>
                    </a:p>
                  </a:txBody>
                  <a:tcPr>
                    <a:solidFill>
                      <a:srgbClr val="FBEBD2"/>
                    </a:solidFill>
                  </a:tcPr>
                </a:tc>
                <a:extLst>
                  <a:ext uri="{0D108BD9-81ED-4DB2-BD59-A6C34878D82A}">
                    <a16:rowId xmlns:a16="http://schemas.microsoft.com/office/drawing/2014/main" val="10004"/>
                  </a:ext>
                </a:extLst>
              </a:tr>
              <a:tr h="411480">
                <a:tc>
                  <a:txBody>
                    <a:bodyPr/>
                    <a:lstStyle/>
                    <a:p>
                      <a:pPr algn="l"/>
                      <a:r>
                        <a:rPr sz="1250" b="0" i="0">
                          <a:solidFill>
                            <a:srgbClr val="16202B"/>
                          </a:solidFill>
                          <a:latin typeface="Segoe UI"/>
                        </a:rPr>
                        <a:t>Ảnh 5</a:t>
                      </a:r>
                    </a:p>
                  </a:txBody>
                  <a:tcPr>
                    <a:solidFill>
                      <a:srgbClr val="FBEBD2"/>
                    </a:solidFill>
                  </a:tcPr>
                </a:tc>
                <a:tc>
                  <a:txBody>
                    <a:bodyPr/>
                    <a:lstStyle/>
                    <a:p>
                      <a:pPr algn="l"/>
                      <a:r>
                        <a:rPr sz="1250" b="0" i="0">
                          <a:solidFill>
                            <a:srgbClr val="16202B"/>
                          </a:solidFill>
                          <a:latin typeface="Consolas"/>
                        </a:rPr>
                        <a:t>62%</a:t>
                      </a:r>
                    </a:p>
                  </a:txBody>
                  <a:tcPr>
                    <a:solidFill>
                      <a:srgbClr val="FBEBD2"/>
                    </a:solidFill>
                  </a:tcPr>
                </a:tc>
                <a:tc>
                  <a:txBody>
                    <a:bodyPr/>
                    <a:lstStyle/>
                    <a:p>
                      <a:pPr algn="l"/>
                      <a:r>
                        <a:rPr sz="1250" b="0" i="0">
                          <a:solidFill>
                            <a:srgbClr val="16202B"/>
                          </a:solidFill>
                          <a:latin typeface="Consolas"/>
                        </a:rPr>
                        <a:t>≈59%</a:t>
                      </a:r>
                    </a:p>
                  </a:txBody>
                  <a:tcPr>
                    <a:solidFill>
                      <a:srgbClr val="FBEBD2"/>
                    </a:solidFill>
                  </a:tcPr>
                </a:tc>
                <a:tc>
                  <a:txBody>
                    <a:bodyPr/>
                    <a:lstStyle/>
                    <a:p>
                      <a:pPr algn="l"/>
                      <a:r>
                        <a:rPr sz="1250" b="0" i="0">
                          <a:solidFill>
                            <a:srgbClr val="8F9CA8"/>
                          </a:solidFill>
                          <a:latin typeface="Consolas"/>
                        </a:rPr>
                        <a:t>—</a:t>
                      </a:r>
                    </a:p>
                  </a:txBody>
                  <a:tcPr>
                    <a:solidFill>
                      <a:srgbClr val="FBEBD2"/>
                    </a:solidFill>
                  </a:tcPr>
                </a:tc>
                <a:tc>
                  <a:txBody>
                    <a:bodyPr/>
                    <a:lstStyle/>
                    <a:p>
                      <a:pPr algn="l"/>
                      <a:r>
                        <a:rPr sz="1250" b="1" i="0">
                          <a:solidFill>
                            <a:srgbClr val="A5680B"/>
                          </a:solidFill>
                          <a:latin typeface="Consolas"/>
                        </a:rPr>
                        <a:t>● Có</a:t>
                      </a:r>
                    </a:p>
                  </a:txBody>
                  <a:tcPr>
                    <a:solidFill>
                      <a:srgbClr val="FBEBD2"/>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685800" y="4846320"/>
            <a:ext cx="10515600" cy="415498"/>
          </a:xfrm>
          <a:prstGeom prst="rect">
            <a:avLst/>
          </a:prstGeom>
          <a:noFill/>
        </p:spPr>
        <p:txBody>
          <a:bodyPr wrap="square" lIns="0" tIns="0" rIns="0" bIns="0" anchor="t">
            <a:spAutoFit/>
          </a:bodyPr>
          <a:lstStyle/>
          <a:p>
            <a:r>
              <a:rPr sz="1350" b="0" i="0" dirty="0" err="1">
                <a:solidFill>
                  <a:srgbClr val="16202B"/>
                </a:solidFill>
                <a:latin typeface="Segoe UI"/>
              </a:rPr>
              <a:t>Ảnh</a:t>
            </a:r>
            <a:r>
              <a:rPr sz="1350" b="0" i="0" dirty="0">
                <a:solidFill>
                  <a:srgbClr val="16202B"/>
                </a:solidFill>
                <a:latin typeface="Segoe UI"/>
              </a:rPr>
              <a:t> 1 </a:t>
            </a:r>
            <a:r>
              <a:rPr sz="1350" b="0" i="0" dirty="0" err="1">
                <a:solidFill>
                  <a:srgbClr val="16202B"/>
                </a:solidFill>
                <a:latin typeface="Segoe UI"/>
              </a:rPr>
              <a:t>có</a:t>
            </a:r>
            <a:r>
              <a:rPr sz="1350" b="0" i="0" dirty="0">
                <a:solidFill>
                  <a:srgbClr val="16202B"/>
                </a:solidFill>
                <a:latin typeface="Segoe UI"/>
              </a:rPr>
              <a:t> </a:t>
            </a:r>
            <a:r>
              <a:rPr sz="1350" b="0" i="0" dirty="0" err="1">
                <a:solidFill>
                  <a:srgbClr val="16202B"/>
                </a:solidFill>
                <a:latin typeface="Segoe UI"/>
              </a:rPr>
              <a:t>độ</a:t>
            </a:r>
            <a:r>
              <a:rPr sz="1350" b="0" i="0" dirty="0">
                <a:solidFill>
                  <a:srgbClr val="16202B"/>
                </a:solidFill>
                <a:latin typeface="Segoe UI"/>
              </a:rPr>
              <a:t> </a:t>
            </a:r>
            <a:r>
              <a:rPr sz="1350" b="0" i="0" dirty="0" err="1">
                <a:solidFill>
                  <a:srgbClr val="16202B"/>
                </a:solidFill>
                <a:latin typeface="Segoe UI"/>
              </a:rPr>
              <a:t>tự</a:t>
            </a:r>
            <a:r>
              <a:rPr sz="1350" b="0" i="0" dirty="0">
                <a:solidFill>
                  <a:srgbClr val="16202B"/>
                </a:solidFill>
                <a:latin typeface="Segoe UI"/>
              </a:rPr>
              <a:t> tin </a:t>
            </a:r>
            <a:r>
              <a:rPr sz="1350" b="0" i="0" dirty="0" err="1">
                <a:solidFill>
                  <a:srgbClr val="16202B"/>
                </a:solidFill>
                <a:latin typeface="Segoe UI"/>
              </a:rPr>
              <a:t>thấp</a:t>
            </a:r>
            <a:r>
              <a:rPr sz="1350" b="0" i="0" dirty="0">
                <a:solidFill>
                  <a:srgbClr val="16202B"/>
                </a:solidFill>
                <a:latin typeface="Segoe UI"/>
              </a:rPr>
              <a:t> </a:t>
            </a:r>
            <a:r>
              <a:rPr sz="1350" b="0" i="0" dirty="0" err="1">
                <a:solidFill>
                  <a:srgbClr val="16202B"/>
                </a:solidFill>
                <a:latin typeface="Segoe UI"/>
              </a:rPr>
              <a:t>nhất</a:t>
            </a:r>
            <a:r>
              <a:rPr sz="1350" b="0" i="0" dirty="0">
                <a:solidFill>
                  <a:srgbClr val="16202B"/>
                </a:solidFill>
                <a:latin typeface="Segoe UI"/>
              </a:rPr>
              <a:t> </a:t>
            </a:r>
            <a:r>
              <a:rPr sz="1350" b="0" i="0" dirty="0" err="1">
                <a:solidFill>
                  <a:srgbClr val="16202B"/>
                </a:solidFill>
                <a:latin typeface="Segoe UI"/>
              </a:rPr>
              <a:t>nhưng</a:t>
            </a:r>
            <a:r>
              <a:rPr sz="1350" b="0" i="0" dirty="0">
                <a:solidFill>
                  <a:srgbClr val="16202B"/>
                </a:solidFill>
                <a:latin typeface="Segoe UI"/>
              </a:rPr>
              <a:t> </a:t>
            </a:r>
            <a:r>
              <a:rPr sz="1350" b="0" i="0" dirty="0" err="1">
                <a:solidFill>
                  <a:srgbClr val="16202B"/>
                </a:solidFill>
                <a:latin typeface="Segoe UI"/>
              </a:rPr>
              <a:t>lịch</a:t>
            </a:r>
            <a:r>
              <a:rPr sz="1350" b="0" i="0" dirty="0">
                <a:solidFill>
                  <a:srgbClr val="16202B"/>
                </a:solidFill>
                <a:latin typeface="Segoe UI"/>
              </a:rPr>
              <a:t> </a:t>
            </a:r>
            <a:r>
              <a:rPr sz="1350" b="0" i="0" dirty="0" err="1">
                <a:solidFill>
                  <a:srgbClr val="16202B"/>
                </a:solidFill>
                <a:latin typeface="Segoe UI"/>
              </a:rPr>
              <a:t>sử</a:t>
            </a:r>
            <a:r>
              <a:rPr sz="1350" b="0" i="0" dirty="0">
                <a:solidFill>
                  <a:srgbClr val="16202B"/>
                </a:solidFill>
                <a:latin typeface="Segoe UI"/>
              </a:rPr>
              <a:t> </a:t>
            </a:r>
            <a:r>
              <a:rPr sz="1350" b="0" i="0" dirty="0" err="1">
                <a:solidFill>
                  <a:srgbClr val="16202B"/>
                </a:solidFill>
                <a:latin typeface="Segoe UI"/>
              </a:rPr>
              <a:t>cho</a:t>
            </a:r>
            <a:r>
              <a:rPr sz="1350" b="0" i="0" dirty="0">
                <a:solidFill>
                  <a:srgbClr val="16202B"/>
                </a:solidFill>
                <a:latin typeface="Segoe UI"/>
              </a:rPr>
              <a:t> </a:t>
            </a:r>
            <a:r>
              <a:rPr sz="1350" b="0" i="0" dirty="0" err="1">
                <a:solidFill>
                  <a:srgbClr val="16202B"/>
                </a:solidFill>
                <a:latin typeface="Segoe UI"/>
              </a:rPr>
              <a:t>biết</a:t>
            </a:r>
            <a:r>
              <a:rPr sz="1350" b="0" i="0" dirty="0">
                <a:solidFill>
                  <a:srgbClr val="16202B"/>
                </a:solidFill>
                <a:latin typeface="Segoe UI"/>
              </a:rPr>
              <a:t> </a:t>
            </a:r>
            <a:r>
              <a:rPr sz="1350" b="0" i="0" dirty="0" err="1">
                <a:solidFill>
                  <a:srgbClr val="16202B"/>
                </a:solidFill>
                <a:latin typeface="Segoe UI"/>
              </a:rPr>
              <a:t>nó</a:t>
            </a:r>
            <a:r>
              <a:rPr sz="1350" b="0" i="0" dirty="0">
                <a:solidFill>
                  <a:srgbClr val="16202B"/>
                </a:solidFill>
                <a:latin typeface="Segoe UI"/>
              </a:rPr>
              <a:t> </a:t>
            </a:r>
            <a:r>
              <a:rPr sz="1350" b="1" i="0" dirty="0" err="1">
                <a:solidFill>
                  <a:srgbClr val="16202B"/>
                </a:solidFill>
                <a:latin typeface="Segoe UI"/>
              </a:rPr>
              <a:t>gần</a:t>
            </a:r>
            <a:r>
              <a:rPr sz="1350" b="1" i="0" dirty="0">
                <a:solidFill>
                  <a:srgbClr val="16202B"/>
                </a:solidFill>
                <a:latin typeface="Segoe UI"/>
              </a:rPr>
              <a:t> </a:t>
            </a:r>
            <a:r>
              <a:rPr sz="1350" b="1" i="0" dirty="0" err="1">
                <a:solidFill>
                  <a:srgbClr val="16202B"/>
                </a:solidFill>
                <a:latin typeface="Segoe UI"/>
              </a:rPr>
              <a:t>như</a:t>
            </a:r>
            <a:r>
              <a:rPr sz="1350" b="1" i="0" dirty="0">
                <a:solidFill>
                  <a:srgbClr val="16202B"/>
                </a:solidFill>
                <a:latin typeface="Segoe UI"/>
              </a:rPr>
              <a:t> </a:t>
            </a:r>
            <a:r>
              <a:rPr sz="1350" b="1" i="0" dirty="0" err="1">
                <a:solidFill>
                  <a:srgbClr val="16202B"/>
                </a:solidFill>
                <a:latin typeface="Segoe UI"/>
              </a:rPr>
              <a:t>chắc</a:t>
            </a:r>
            <a:r>
              <a:rPr sz="1350" b="1" i="0" dirty="0">
                <a:solidFill>
                  <a:srgbClr val="16202B"/>
                </a:solidFill>
                <a:latin typeface="Segoe UI"/>
              </a:rPr>
              <a:t> </a:t>
            </a:r>
            <a:r>
              <a:rPr sz="1350" b="1" i="0" dirty="0" err="1">
                <a:solidFill>
                  <a:srgbClr val="16202B"/>
                </a:solidFill>
                <a:latin typeface="Segoe UI"/>
              </a:rPr>
              <a:t>chắn</a:t>
            </a:r>
            <a:r>
              <a:rPr sz="1350" b="1" i="0" dirty="0">
                <a:solidFill>
                  <a:srgbClr val="16202B"/>
                </a:solidFill>
                <a:latin typeface="Segoe UI"/>
              </a:rPr>
              <a:t> </a:t>
            </a:r>
            <a:r>
              <a:rPr sz="1350" b="1" i="0" dirty="0" err="1">
                <a:solidFill>
                  <a:srgbClr val="16202B"/>
                </a:solidFill>
                <a:latin typeface="Segoe UI"/>
              </a:rPr>
              <a:t>sai</a:t>
            </a:r>
            <a:r>
              <a:rPr sz="1350" b="0" i="0" dirty="0">
                <a:solidFill>
                  <a:srgbClr val="16202B"/>
                </a:solidFill>
                <a:latin typeface="Segoe UI"/>
              </a:rPr>
              <a:t> (</a:t>
            </a:r>
            <a:r>
              <a:rPr sz="1350" b="0" i="0" dirty="0" err="1">
                <a:solidFill>
                  <a:srgbClr val="16202B"/>
                </a:solidFill>
                <a:latin typeface="Segoe UI"/>
              </a:rPr>
              <a:t>chỉ</a:t>
            </a:r>
            <a:r>
              <a:rPr sz="1350" b="0" i="0" dirty="0">
                <a:solidFill>
                  <a:srgbClr val="16202B"/>
                </a:solidFill>
                <a:latin typeface="Segoe UI"/>
              </a:rPr>
              <a:t> ~1% </a:t>
            </a:r>
            <a:r>
              <a:rPr sz="1350" b="0" i="0" dirty="0" err="1">
                <a:solidFill>
                  <a:srgbClr val="16202B"/>
                </a:solidFill>
                <a:latin typeface="Segoe UI"/>
              </a:rPr>
              <a:t>khả</a:t>
            </a:r>
            <a:r>
              <a:rPr sz="1350" b="0" i="0" dirty="0">
                <a:solidFill>
                  <a:srgbClr val="16202B"/>
                </a:solidFill>
                <a:latin typeface="Segoe UI"/>
              </a:rPr>
              <a:t> </a:t>
            </a:r>
            <a:r>
              <a:rPr sz="1350" b="0" i="0" dirty="0" err="1">
                <a:solidFill>
                  <a:srgbClr val="16202B"/>
                </a:solidFill>
                <a:latin typeface="Segoe UI"/>
              </a:rPr>
              <a:t>năng</a:t>
            </a:r>
            <a:r>
              <a:rPr sz="1350" b="0" i="0" dirty="0">
                <a:solidFill>
                  <a:srgbClr val="16202B"/>
                </a:solidFill>
                <a:latin typeface="Segoe UI"/>
              </a:rPr>
              <a:t> </a:t>
            </a:r>
            <a:r>
              <a:rPr sz="1350" b="0" i="0" dirty="0" err="1">
                <a:solidFill>
                  <a:srgbClr val="16202B"/>
                </a:solidFill>
                <a:latin typeface="Segoe UI"/>
              </a:rPr>
              <a:t>đúng</a:t>
            </a:r>
            <a:r>
              <a:rPr sz="1350" b="0" i="0" dirty="0">
                <a:solidFill>
                  <a:srgbClr val="16202B"/>
                </a:solidFill>
                <a:latin typeface="Segoe UI"/>
              </a:rPr>
              <a:t>) </a:t>
            </a:r>
            <a:r>
              <a:rPr lang="en-US" sz="1350" dirty="0">
                <a:solidFill>
                  <a:srgbClr val="16202B"/>
                </a:solidFill>
                <a:latin typeface="Segoe UI"/>
              </a:rPr>
              <a:t>– </a:t>
            </a:r>
            <a:r>
              <a:rPr lang="en-US" sz="1350" dirty="0" err="1">
                <a:solidFill>
                  <a:srgbClr val="16202B"/>
                </a:solidFill>
                <a:latin typeface="Segoe UI"/>
              </a:rPr>
              <a:t>phản</a:t>
            </a:r>
            <a:r>
              <a:rPr lang="en-US" sz="1350" dirty="0">
                <a:solidFill>
                  <a:srgbClr val="16202B"/>
                </a:solidFill>
                <a:latin typeface="Segoe UI"/>
              </a:rPr>
              <a:t> </a:t>
            </a:r>
            <a:r>
              <a:rPr lang="en-US" sz="1350" dirty="0" err="1">
                <a:solidFill>
                  <a:srgbClr val="16202B"/>
                </a:solidFill>
                <a:latin typeface="Segoe UI"/>
              </a:rPr>
              <a:t>hồi</a:t>
            </a:r>
            <a:r>
              <a:rPr lang="en-US" sz="1350" dirty="0">
                <a:solidFill>
                  <a:srgbClr val="16202B"/>
                </a:solidFill>
                <a:latin typeface="Segoe UI"/>
              </a:rPr>
              <a:t> </a:t>
            </a:r>
            <a:r>
              <a:rPr lang="en-US" sz="1350" dirty="0" err="1">
                <a:solidFill>
                  <a:srgbClr val="16202B"/>
                </a:solidFill>
                <a:latin typeface="Segoe UI"/>
              </a:rPr>
              <a:t>từ</a:t>
            </a:r>
            <a:r>
              <a:rPr lang="en-US" sz="1350" dirty="0">
                <a:solidFill>
                  <a:srgbClr val="16202B"/>
                </a:solidFill>
                <a:latin typeface="Segoe UI"/>
              </a:rPr>
              <a:t> Đ/S </a:t>
            </a:r>
            <a:r>
              <a:rPr lang="en-US" sz="1350" dirty="0" err="1">
                <a:solidFill>
                  <a:srgbClr val="16202B"/>
                </a:solidFill>
                <a:latin typeface="Segoe UI"/>
              </a:rPr>
              <a:t>gần</a:t>
            </a:r>
            <a:r>
              <a:rPr lang="en-US" sz="1350" dirty="0">
                <a:solidFill>
                  <a:srgbClr val="16202B"/>
                </a:solidFill>
                <a:latin typeface="Segoe UI"/>
              </a:rPr>
              <a:t> </a:t>
            </a:r>
            <a:r>
              <a:rPr lang="en-US" sz="1350" dirty="0" err="1">
                <a:solidFill>
                  <a:srgbClr val="16202B"/>
                </a:solidFill>
                <a:latin typeface="Segoe UI"/>
              </a:rPr>
              <a:t>như</a:t>
            </a:r>
            <a:r>
              <a:rPr lang="en-US" sz="1350" dirty="0">
                <a:solidFill>
                  <a:srgbClr val="16202B"/>
                </a:solidFill>
                <a:latin typeface="Segoe UI"/>
              </a:rPr>
              <a:t> </a:t>
            </a:r>
            <a:r>
              <a:rPr lang="en-US" sz="1350" dirty="0" err="1">
                <a:solidFill>
                  <a:srgbClr val="16202B"/>
                </a:solidFill>
                <a:latin typeface="Segoe UI"/>
              </a:rPr>
              <a:t>vô</a:t>
            </a:r>
            <a:r>
              <a:rPr lang="en-US" sz="1350" dirty="0">
                <a:solidFill>
                  <a:srgbClr val="16202B"/>
                </a:solidFill>
                <a:latin typeface="Segoe UI"/>
              </a:rPr>
              <a:t> </a:t>
            </a:r>
            <a:r>
              <a:rPr lang="en-US" sz="1350" dirty="0" err="1">
                <a:solidFill>
                  <a:srgbClr val="16202B"/>
                </a:solidFill>
                <a:latin typeface="Segoe UI"/>
              </a:rPr>
              <a:t>nghĩa</a:t>
            </a:r>
            <a:r>
              <a:rPr sz="1350" b="0" i="0" dirty="0">
                <a:solidFill>
                  <a:srgbClr val="16202B"/>
                </a:solidFill>
                <a:latin typeface="Segoe UI"/>
              </a:rPr>
              <a:t>. </a:t>
            </a:r>
            <a:r>
              <a:rPr sz="1350" b="0" i="0" dirty="0" err="1">
                <a:solidFill>
                  <a:srgbClr val="16202B"/>
                </a:solidFill>
                <a:latin typeface="Segoe UI"/>
              </a:rPr>
              <a:t>Ảnh</a:t>
            </a:r>
            <a:r>
              <a:rPr sz="1350" b="0" i="0" dirty="0">
                <a:solidFill>
                  <a:srgbClr val="16202B"/>
                </a:solidFill>
                <a:latin typeface="Segoe UI"/>
              </a:rPr>
              <a:t> 4, 5 </a:t>
            </a:r>
            <a:r>
              <a:rPr sz="1350" b="0" i="0" dirty="0" err="1">
                <a:solidFill>
                  <a:srgbClr val="16202B"/>
                </a:solidFill>
                <a:latin typeface="Segoe UI"/>
              </a:rPr>
              <a:t>mới</a:t>
            </a:r>
            <a:r>
              <a:rPr sz="1350" b="0" i="0" dirty="0">
                <a:solidFill>
                  <a:srgbClr val="16202B"/>
                </a:solidFill>
                <a:latin typeface="Segoe UI"/>
              </a:rPr>
              <a:t> </a:t>
            </a:r>
            <a:r>
              <a:rPr sz="1350" b="0" i="0" dirty="0" err="1">
                <a:solidFill>
                  <a:srgbClr val="16202B"/>
                </a:solidFill>
                <a:latin typeface="Segoe UI"/>
              </a:rPr>
              <a:t>là</a:t>
            </a:r>
            <a:r>
              <a:rPr sz="1350" b="0" i="0" dirty="0">
                <a:solidFill>
                  <a:srgbClr val="16202B"/>
                </a:solidFill>
                <a:latin typeface="Segoe UI"/>
              </a:rPr>
              <a:t> </a:t>
            </a:r>
            <a:r>
              <a:rPr sz="1350" b="0" i="0" dirty="0" err="1">
                <a:solidFill>
                  <a:srgbClr val="16202B"/>
                </a:solidFill>
                <a:latin typeface="Segoe UI"/>
              </a:rPr>
              <a:t>nơi</a:t>
            </a:r>
            <a:r>
              <a:rPr sz="1350" b="0" i="0" dirty="0">
                <a:solidFill>
                  <a:srgbClr val="16202B"/>
                </a:solidFill>
                <a:latin typeface="Segoe UI"/>
              </a:rPr>
              <a:t> </a:t>
            </a:r>
            <a:r>
              <a:rPr sz="1350" b="0" i="0" dirty="0" err="1">
                <a:solidFill>
                  <a:srgbClr val="16202B"/>
                </a:solidFill>
                <a:latin typeface="Segoe UI"/>
              </a:rPr>
              <a:t>mô</a:t>
            </a:r>
            <a:r>
              <a:rPr sz="1350" b="0" i="0" dirty="0">
                <a:solidFill>
                  <a:srgbClr val="16202B"/>
                </a:solidFill>
                <a:latin typeface="Segoe UI"/>
              </a:rPr>
              <a:t> </a:t>
            </a:r>
            <a:r>
              <a:rPr sz="1350" b="0" i="0" dirty="0" err="1">
                <a:solidFill>
                  <a:srgbClr val="16202B"/>
                </a:solidFill>
                <a:latin typeface="Segoe UI"/>
              </a:rPr>
              <a:t>hình</a:t>
            </a:r>
            <a:r>
              <a:rPr sz="1350" b="0" i="0" dirty="0">
                <a:solidFill>
                  <a:srgbClr val="16202B"/>
                </a:solidFill>
                <a:latin typeface="Segoe UI"/>
              </a:rPr>
              <a:t> </a:t>
            </a:r>
            <a:r>
              <a:rPr sz="1350" b="0" i="0" dirty="0" err="1">
                <a:solidFill>
                  <a:srgbClr val="16202B"/>
                </a:solidFill>
                <a:latin typeface="Segoe UI"/>
              </a:rPr>
              <a:t>thực</a:t>
            </a:r>
            <a:r>
              <a:rPr sz="1350" b="0" i="0" dirty="0">
                <a:solidFill>
                  <a:srgbClr val="16202B"/>
                </a:solidFill>
                <a:latin typeface="Segoe UI"/>
              </a:rPr>
              <a:t> </a:t>
            </a:r>
            <a:r>
              <a:rPr sz="1350" b="0" i="0" dirty="0" err="1">
                <a:solidFill>
                  <a:srgbClr val="16202B"/>
                </a:solidFill>
                <a:latin typeface="Segoe UI"/>
              </a:rPr>
              <a:t>sự</a:t>
            </a:r>
            <a:r>
              <a:rPr sz="1350" b="0" i="0" dirty="0">
                <a:solidFill>
                  <a:srgbClr val="16202B"/>
                </a:solidFill>
                <a:latin typeface="Segoe UI"/>
              </a:rPr>
              <a:t> </a:t>
            </a:r>
            <a:r>
              <a:rPr sz="1350" b="0" i="0" dirty="0" err="1">
                <a:solidFill>
                  <a:srgbClr val="16202B"/>
                </a:solidFill>
                <a:latin typeface="Segoe UI"/>
              </a:rPr>
              <a:t>phân</a:t>
            </a:r>
            <a:r>
              <a:rPr sz="1350" b="0" i="0" dirty="0">
                <a:solidFill>
                  <a:srgbClr val="16202B"/>
                </a:solidFill>
                <a:latin typeface="Segoe UI"/>
              </a:rPr>
              <a:t> </a:t>
            </a:r>
            <a:r>
              <a:rPr sz="1350" b="0" i="0" dirty="0" err="1">
                <a:solidFill>
                  <a:srgbClr val="16202B"/>
                </a:solidFill>
                <a:latin typeface="Segoe UI"/>
              </a:rPr>
              <a:t>vân</a:t>
            </a:r>
            <a:r>
              <a:rPr sz="1350" b="0" i="0" dirty="0">
                <a:solidFill>
                  <a:srgbClr val="16202B"/>
                </a:solidFill>
                <a:latin typeface="Segoe UI"/>
              </a:rPr>
              <a:t> (~42–59%) → </a:t>
            </a:r>
            <a:r>
              <a:rPr sz="1350" b="0" i="0" dirty="0" err="1">
                <a:solidFill>
                  <a:srgbClr val="16202B"/>
                </a:solidFill>
                <a:latin typeface="Segoe UI"/>
              </a:rPr>
              <a:t>cách</a:t>
            </a:r>
            <a:r>
              <a:rPr sz="1350" b="0" i="0" dirty="0">
                <a:solidFill>
                  <a:srgbClr val="16202B"/>
                </a:solidFill>
                <a:latin typeface="Segoe UI"/>
              </a:rPr>
              <a:t> </a:t>
            </a:r>
            <a:r>
              <a:rPr sz="1350" b="0" i="0" dirty="0" err="1">
                <a:solidFill>
                  <a:srgbClr val="16202B"/>
                </a:solidFill>
                <a:latin typeface="Segoe UI"/>
              </a:rPr>
              <a:t>mới</a:t>
            </a:r>
            <a:r>
              <a:rPr sz="1350" b="0" i="0" dirty="0">
                <a:solidFill>
                  <a:srgbClr val="16202B"/>
                </a:solidFill>
                <a:latin typeface="Segoe UI"/>
              </a:rPr>
              <a:t> </a:t>
            </a:r>
            <a:r>
              <a:rPr sz="1350" b="0" i="0" dirty="0" err="1">
                <a:solidFill>
                  <a:srgbClr val="16202B"/>
                </a:solidFill>
                <a:latin typeface="Segoe UI"/>
              </a:rPr>
              <a:t>hỏi</a:t>
            </a:r>
            <a:r>
              <a:rPr sz="1350" b="0" i="0" dirty="0">
                <a:solidFill>
                  <a:srgbClr val="16202B"/>
                </a:solidFill>
                <a:latin typeface="Segoe UI"/>
              </a:rPr>
              <a:t> </a:t>
            </a:r>
            <a:r>
              <a:rPr sz="1350" b="0" i="0" dirty="0" err="1">
                <a:solidFill>
                  <a:srgbClr val="16202B"/>
                </a:solidFill>
                <a:latin typeface="Segoe UI"/>
              </a:rPr>
              <a:t>đúng</a:t>
            </a:r>
            <a:r>
              <a:rPr sz="1350" b="0" i="0" dirty="0">
                <a:solidFill>
                  <a:srgbClr val="16202B"/>
                </a:solidFill>
                <a:latin typeface="Segoe UI"/>
              </a:rPr>
              <a:t> </a:t>
            </a:r>
            <a:r>
              <a:rPr sz="1350" b="0" i="0" dirty="0" err="1">
                <a:solidFill>
                  <a:srgbClr val="16202B"/>
                </a:solidFill>
                <a:latin typeface="Segoe UI"/>
              </a:rPr>
              <a:t>chỗ</a:t>
            </a:r>
            <a:r>
              <a:rPr sz="1350" b="0" i="0" dirty="0">
                <a:solidFill>
                  <a:srgbClr val="16202B"/>
                </a:solidFill>
                <a:latin typeface="Segoe UI"/>
              </a:rPr>
              <a:t> </a:t>
            </a:r>
            <a:r>
              <a:rPr sz="1350" b="0" i="0" dirty="0" err="1">
                <a:solidFill>
                  <a:srgbClr val="16202B"/>
                </a:solidFill>
                <a:latin typeface="Segoe UI"/>
              </a:rPr>
              <a:t>đó</a:t>
            </a:r>
            <a:r>
              <a:rPr sz="1350" b="0" i="0" dirty="0">
                <a:solidFill>
                  <a:srgbClr val="16202B"/>
                </a:solidFill>
                <a:latin typeface="Segoe UI"/>
              </a:rPr>
              <a:t>.</a:t>
            </a:r>
          </a:p>
        </p:txBody>
      </p:sp>
      <p:sp>
        <p:nvSpPr>
          <p:cNvPr id="7" name="TextBox 6"/>
          <p:cNvSpPr txBox="1"/>
          <p:nvPr/>
        </p:nvSpPr>
        <p:spPr>
          <a:xfrm>
            <a:off x="685800" y="6446520"/>
            <a:ext cx="1828800" cy="320040"/>
          </a:xfrm>
          <a:prstGeom prst="rect">
            <a:avLst/>
          </a:prstGeom>
          <a:noFill/>
        </p:spPr>
        <p:txBody>
          <a:bodyPr wrap="square" lIns="0" tIns="0" rIns="0" bIns="0" anchor="t">
            <a:spAutoFit/>
          </a:bodyPr>
          <a:lstStyle/>
          <a:p>
            <a:r>
              <a:rPr sz="1000" b="0" i="0" spc="60">
                <a:solidFill>
                  <a:srgbClr val="5B6B7C"/>
                </a:solidFill>
                <a:latin typeface="Consolas"/>
              </a:rPr>
              <a:t>07 / 08</a:t>
            </a:r>
          </a:p>
        </p:txBody>
      </p:sp>
      <p:cxnSp>
        <p:nvCxnSpPr>
          <p:cNvPr id="8" name="Connector 7"/>
          <p:cNvCxnSpPr/>
          <p:nvPr/>
        </p:nvCxnSpPr>
        <p:spPr>
          <a:xfrm>
            <a:off x="685800" y="6382512"/>
            <a:ext cx="10820095" cy="0"/>
          </a:xfrm>
          <a:prstGeom prst="line">
            <a:avLst/>
          </a:prstGeom>
          <a:ln w="9525">
            <a:solidFill>
              <a:srgbClr val="D6E0E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502920"/>
            <a:ext cx="9144000" cy="365760"/>
          </a:xfrm>
          <a:prstGeom prst="rect">
            <a:avLst/>
          </a:prstGeom>
          <a:noFill/>
        </p:spPr>
        <p:txBody>
          <a:bodyPr wrap="square" lIns="0" tIns="0" rIns="0" bIns="0" anchor="t">
            <a:spAutoFit/>
          </a:bodyPr>
          <a:lstStyle/>
          <a:p>
            <a:r>
              <a:rPr sz="1200" b="1" i="0" spc="120">
                <a:solidFill>
                  <a:srgbClr val="0E8F82"/>
                </a:solidFill>
                <a:latin typeface="Consolas"/>
              </a:rPr>
              <a:t>07 · TỔNG KẾT</a:t>
            </a:r>
          </a:p>
        </p:txBody>
      </p:sp>
      <p:sp>
        <p:nvSpPr>
          <p:cNvPr id="4" name="TextBox 3"/>
          <p:cNvSpPr txBox="1"/>
          <p:nvPr/>
        </p:nvSpPr>
        <p:spPr>
          <a:xfrm>
            <a:off x="685800" y="868680"/>
            <a:ext cx="10607040" cy="384721"/>
          </a:xfrm>
          <a:prstGeom prst="rect">
            <a:avLst/>
          </a:prstGeom>
          <a:noFill/>
        </p:spPr>
        <p:txBody>
          <a:bodyPr wrap="square" lIns="0" tIns="0" rIns="0" bIns="0" anchor="t">
            <a:spAutoFit/>
          </a:bodyPr>
          <a:lstStyle/>
          <a:p>
            <a:r>
              <a:rPr sz="2500" b="1" i="0" dirty="0" err="1">
                <a:solidFill>
                  <a:srgbClr val="16202B"/>
                </a:solidFill>
                <a:latin typeface="Segoe UI"/>
              </a:rPr>
              <a:t>Không</a:t>
            </a:r>
            <a:r>
              <a:rPr sz="2500" b="1" i="0" dirty="0">
                <a:solidFill>
                  <a:srgbClr val="16202B"/>
                </a:solidFill>
                <a:latin typeface="Segoe UI"/>
              </a:rPr>
              <a:t> </a:t>
            </a:r>
            <a:r>
              <a:rPr sz="2500" b="1" i="0" dirty="0" err="1">
                <a:solidFill>
                  <a:srgbClr val="16202B"/>
                </a:solidFill>
                <a:latin typeface="Segoe UI"/>
              </a:rPr>
              <a:t>đổi</a:t>
            </a:r>
            <a:r>
              <a:rPr sz="2500" b="1" i="0" dirty="0">
                <a:solidFill>
                  <a:srgbClr val="16202B"/>
                </a:solidFill>
                <a:latin typeface="Segoe UI"/>
              </a:rPr>
              <a:t> </a:t>
            </a:r>
            <a:r>
              <a:rPr sz="2500" b="1" i="0" dirty="0" err="1">
                <a:solidFill>
                  <a:srgbClr val="16202B"/>
                </a:solidFill>
                <a:latin typeface="Segoe UI"/>
              </a:rPr>
              <a:t>cách</a:t>
            </a:r>
            <a:r>
              <a:rPr sz="2500" b="1" i="0" dirty="0">
                <a:solidFill>
                  <a:srgbClr val="16202B"/>
                </a:solidFill>
                <a:latin typeface="Segoe UI"/>
              </a:rPr>
              <a:t> </a:t>
            </a:r>
            <a:r>
              <a:rPr sz="2500" b="1" i="0" dirty="0" err="1">
                <a:solidFill>
                  <a:srgbClr val="16202B"/>
                </a:solidFill>
                <a:latin typeface="Segoe UI"/>
              </a:rPr>
              <a:t>mô</a:t>
            </a:r>
            <a:r>
              <a:rPr sz="2500" b="1" i="0" dirty="0">
                <a:solidFill>
                  <a:srgbClr val="16202B"/>
                </a:solidFill>
                <a:latin typeface="Segoe UI"/>
              </a:rPr>
              <a:t> </a:t>
            </a:r>
            <a:r>
              <a:rPr sz="2500" b="1" i="0" dirty="0" err="1">
                <a:solidFill>
                  <a:srgbClr val="16202B"/>
                </a:solidFill>
                <a:latin typeface="Segoe UI"/>
              </a:rPr>
              <a:t>hình</a:t>
            </a:r>
            <a:r>
              <a:rPr sz="2500" b="1" i="0" dirty="0">
                <a:solidFill>
                  <a:srgbClr val="16202B"/>
                </a:solidFill>
                <a:latin typeface="Segoe UI"/>
              </a:rPr>
              <a:t> </a:t>
            </a:r>
            <a:r>
              <a:rPr sz="2500" b="1" i="0" dirty="0" err="1">
                <a:solidFill>
                  <a:srgbClr val="16202B"/>
                </a:solidFill>
                <a:latin typeface="Segoe UI"/>
              </a:rPr>
              <a:t>học</a:t>
            </a:r>
            <a:r>
              <a:rPr sz="2500" b="1" i="0" dirty="0">
                <a:solidFill>
                  <a:srgbClr val="16202B"/>
                </a:solidFill>
                <a:latin typeface="Segoe UI"/>
              </a:rPr>
              <a:t> — </a:t>
            </a:r>
            <a:r>
              <a:rPr lang="en-US" sz="2500" b="1" i="0" dirty="0" err="1">
                <a:solidFill>
                  <a:srgbClr val="16202B"/>
                </a:solidFill>
                <a:latin typeface="Segoe UI"/>
              </a:rPr>
              <a:t>chỉ</a:t>
            </a:r>
            <a:r>
              <a:rPr lang="en-US" sz="2500" b="1" i="0" dirty="0">
                <a:solidFill>
                  <a:srgbClr val="16202B"/>
                </a:solidFill>
                <a:latin typeface="Segoe UI"/>
              </a:rPr>
              <a:t> </a:t>
            </a:r>
            <a:r>
              <a:rPr lang="en-US" sz="2500" b="1" i="0" dirty="0" err="1">
                <a:solidFill>
                  <a:srgbClr val="16202B"/>
                </a:solidFill>
                <a:latin typeface="Segoe UI"/>
              </a:rPr>
              <a:t>đổi</a:t>
            </a:r>
            <a:r>
              <a:rPr lang="en-US" sz="2500" b="1" i="0" dirty="0">
                <a:solidFill>
                  <a:srgbClr val="16202B"/>
                </a:solidFill>
                <a:latin typeface="Segoe UI"/>
              </a:rPr>
              <a:t> </a:t>
            </a:r>
            <a:r>
              <a:rPr lang="en-US" sz="2500" b="1" i="0" dirty="0" err="1">
                <a:solidFill>
                  <a:srgbClr val="16202B"/>
                </a:solidFill>
                <a:latin typeface="Segoe UI"/>
              </a:rPr>
              <a:t>cách</a:t>
            </a:r>
            <a:r>
              <a:rPr lang="en-US" sz="2500" b="1" i="0" dirty="0">
                <a:solidFill>
                  <a:srgbClr val="16202B"/>
                </a:solidFill>
                <a:latin typeface="Segoe UI"/>
              </a:rPr>
              <a:t> </a:t>
            </a:r>
            <a:r>
              <a:rPr lang="en-US" sz="2500" b="1" i="0" dirty="0" err="1">
                <a:solidFill>
                  <a:srgbClr val="16202B"/>
                </a:solidFill>
                <a:latin typeface="Segoe UI"/>
              </a:rPr>
              <a:t>chọn</a:t>
            </a:r>
            <a:r>
              <a:rPr lang="en-US" sz="2500" b="1" i="0" dirty="0">
                <a:solidFill>
                  <a:srgbClr val="16202B"/>
                </a:solidFill>
                <a:latin typeface="Segoe UI"/>
              </a:rPr>
              <a:t> </a:t>
            </a:r>
            <a:r>
              <a:rPr lang="en-US" sz="2500" b="1" i="0" dirty="0" err="1">
                <a:solidFill>
                  <a:srgbClr val="16202B"/>
                </a:solidFill>
                <a:latin typeface="Segoe UI"/>
              </a:rPr>
              <a:t>mẫu</a:t>
            </a:r>
            <a:endParaRPr sz="2500" b="1" i="0" dirty="0">
              <a:solidFill>
                <a:srgbClr val="16202B"/>
              </a:solidFill>
              <a:latin typeface="Segoe UI"/>
            </a:endParaRPr>
          </a:p>
        </p:txBody>
      </p:sp>
      <p:sp>
        <p:nvSpPr>
          <p:cNvPr id="5" name="Rounded Rectangle 4"/>
          <p:cNvSpPr/>
          <p:nvPr/>
        </p:nvSpPr>
        <p:spPr>
          <a:xfrm>
            <a:off x="685800" y="2103120"/>
            <a:ext cx="1600200" cy="384048"/>
          </a:xfrm>
          <a:prstGeom prst="roundRect">
            <a:avLst>
              <a:gd name="adj" fmla="val 35000"/>
            </a:avLst>
          </a:prstGeom>
          <a:solidFill>
            <a:srgbClr val="E4E9EE"/>
          </a:solidFill>
          <a:ln w="12700">
            <a:solidFill>
              <a:srgbClr val="E4E9EE"/>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000" b="1" i="0">
                <a:solidFill>
                  <a:srgbClr val="5B6B7C"/>
                </a:solidFill>
                <a:latin typeface="Segoe UI"/>
              </a:rPr>
              <a:t>GIỮ NGUYÊN</a:t>
            </a:r>
          </a:p>
        </p:txBody>
      </p:sp>
      <p:sp>
        <p:nvSpPr>
          <p:cNvPr id="6" name="TextBox 5"/>
          <p:cNvSpPr txBox="1"/>
          <p:nvPr/>
        </p:nvSpPr>
        <p:spPr>
          <a:xfrm>
            <a:off x="2514600" y="2103120"/>
            <a:ext cx="8686800" cy="548640"/>
          </a:xfrm>
          <a:prstGeom prst="rect">
            <a:avLst/>
          </a:prstGeom>
          <a:noFill/>
        </p:spPr>
        <p:txBody>
          <a:bodyPr wrap="square" lIns="0" tIns="0" rIns="0" bIns="0" anchor="ctr">
            <a:spAutoFit/>
          </a:bodyPr>
          <a:lstStyle/>
          <a:p>
            <a:r>
              <a:rPr sz="1350" b="0" i="0" dirty="0" err="1">
                <a:solidFill>
                  <a:srgbClr val="16202B"/>
                </a:solidFill>
                <a:latin typeface="Segoe UI"/>
              </a:rPr>
              <a:t>Cách</a:t>
            </a:r>
            <a:r>
              <a:rPr sz="1350" b="0" i="0" dirty="0">
                <a:solidFill>
                  <a:srgbClr val="16202B"/>
                </a:solidFill>
                <a:latin typeface="Segoe UI"/>
              </a:rPr>
              <a:t> </a:t>
            </a:r>
            <a:r>
              <a:rPr sz="1350" b="0" i="0" dirty="0" err="1">
                <a:solidFill>
                  <a:srgbClr val="16202B"/>
                </a:solidFill>
                <a:latin typeface="Segoe UI"/>
              </a:rPr>
              <a:t>học</a:t>
            </a:r>
            <a:r>
              <a:rPr sz="1350" b="0" i="0" dirty="0">
                <a:solidFill>
                  <a:srgbClr val="16202B"/>
                </a:solidFill>
                <a:latin typeface="Segoe UI"/>
              </a:rPr>
              <a:t> </a:t>
            </a:r>
            <a:r>
              <a:rPr sz="1350" b="0" i="0" dirty="0" err="1">
                <a:solidFill>
                  <a:srgbClr val="16202B"/>
                </a:solidFill>
                <a:latin typeface="Segoe UI"/>
              </a:rPr>
              <a:t>từ</a:t>
            </a:r>
            <a:r>
              <a:rPr sz="1350" b="0" i="0" dirty="0">
                <a:solidFill>
                  <a:srgbClr val="16202B"/>
                </a:solidFill>
                <a:latin typeface="Segoe UI"/>
              </a:rPr>
              <a:t> </a:t>
            </a:r>
            <a:r>
              <a:rPr sz="1350" b="0" i="0" dirty="0" err="1">
                <a:solidFill>
                  <a:srgbClr val="16202B"/>
                </a:solidFill>
                <a:latin typeface="Segoe UI"/>
              </a:rPr>
              <a:t>câu</a:t>
            </a:r>
            <a:r>
              <a:rPr sz="1350" b="0" i="0" dirty="0">
                <a:solidFill>
                  <a:srgbClr val="16202B"/>
                </a:solidFill>
                <a:latin typeface="Segoe UI"/>
              </a:rPr>
              <a:t> </a:t>
            </a:r>
            <a:r>
              <a:rPr sz="1350" b="0" i="0" dirty="0" err="1">
                <a:solidFill>
                  <a:srgbClr val="16202B"/>
                </a:solidFill>
                <a:latin typeface="Segoe UI"/>
              </a:rPr>
              <a:t>trả</a:t>
            </a:r>
            <a:r>
              <a:rPr sz="1350" b="0" i="0" dirty="0">
                <a:solidFill>
                  <a:srgbClr val="16202B"/>
                </a:solidFill>
                <a:latin typeface="Segoe UI"/>
              </a:rPr>
              <a:t> </a:t>
            </a:r>
            <a:r>
              <a:rPr sz="1350" b="0" i="0" dirty="0" err="1">
                <a:solidFill>
                  <a:srgbClr val="16202B"/>
                </a:solidFill>
                <a:latin typeface="Segoe UI"/>
              </a:rPr>
              <a:t>lời</a:t>
            </a:r>
            <a:r>
              <a:rPr sz="1350" b="0" i="0" dirty="0">
                <a:solidFill>
                  <a:srgbClr val="16202B"/>
                </a:solidFill>
                <a:latin typeface="Segoe UI"/>
              </a:rPr>
              <a:t> </a:t>
            </a:r>
            <a:r>
              <a:rPr sz="1350" b="0" i="0" dirty="0" err="1">
                <a:solidFill>
                  <a:srgbClr val="16202B"/>
                </a:solidFill>
                <a:latin typeface="Segoe UI"/>
              </a:rPr>
              <a:t>đúng</a:t>
            </a:r>
            <a:r>
              <a:rPr sz="1350" b="0" i="0" dirty="0">
                <a:solidFill>
                  <a:srgbClr val="16202B"/>
                </a:solidFill>
                <a:latin typeface="Segoe UI"/>
              </a:rPr>
              <a:t>/</a:t>
            </a:r>
            <a:r>
              <a:rPr sz="1350" b="0" i="0" dirty="0" err="1">
                <a:solidFill>
                  <a:srgbClr val="16202B"/>
                </a:solidFill>
                <a:latin typeface="Segoe UI"/>
              </a:rPr>
              <a:t>sai</a:t>
            </a:r>
            <a:r>
              <a:rPr sz="1350" b="0" i="0" dirty="0">
                <a:solidFill>
                  <a:srgbClr val="16202B"/>
                </a:solidFill>
                <a:latin typeface="Segoe UI"/>
              </a:rPr>
              <a:t> </a:t>
            </a:r>
            <a:r>
              <a:rPr sz="1350" b="0" i="0" dirty="0" err="1">
                <a:solidFill>
                  <a:srgbClr val="16202B"/>
                </a:solidFill>
                <a:latin typeface="Segoe UI"/>
              </a:rPr>
              <a:t>và</a:t>
            </a:r>
            <a:r>
              <a:rPr sz="1350" b="0" i="0" dirty="0">
                <a:solidFill>
                  <a:srgbClr val="16202B"/>
                </a:solidFill>
                <a:latin typeface="Segoe UI"/>
              </a:rPr>
              <a:t> </a:t>
            </a:r>
            <a:r>
              <a:rPr sz="1350" b="0" i="0" dirty="0" err="1">
                <a:solidFill>
                  <a:srgbClr val="16202B"/>
                </a:solidFill>
                <a:latin typeface="Segoe UI"/>
              </a:rPr>
              <a:t>cách</a:t>
            </a:r>
            <a:r>
              <a:rPr sz="1350" b="0" i="0" dirty="0">
                <a:solidFill>
                  <a:srgbClr val="16202B"/>
                </a:solidFill>
                <a:latin typeface="Segoe UI"/>
              </a:rPr>
              <a:t> </a:t>
            </a:r>
            <a:r>
              <a:rPr sz="1350" b="0" i="0" dirty="0" err="1">
                <a:solidFill>
                  <a:srgbClr val="16202B"/>
                </a:solidFill>
                <a:latin typeface="Segoe UI"/>
              </a:rPr>
              <a:t>mô</a:t>
            </a:r>
            <a:r>
              <a:rPr sz="1350" b="0" i="0" dirty="0">
                <a:solidFill>
                  <a:srgbClr val="16202B"/>
                </a:solidFill>
                <a:latin typeface="Segoe UI"/>
              </a:rPr>
              <a:t> </a:t>
            </a:r>
            <a:r>
              <a:rPr sz="1350" b="0" i="0" dirty="0" err="1">
                <a:solidFill>
                  <a:srgbClr val="16202B"/>
                </a:solidFill>
                <a:latin typeface="Segoe UI"/>
              </a:rPr>
              <a:t>hình</a:t>
            </a:r>
            <a:r>
              <a:rPr sz="1350" b="0" i="0" dirty="0">
                <a:solidFill>
                  <a:srgbClr val="16202B"/>
                </a:solidFill>
                <a:latin typeface="Segoe UI"/>
              </a:rPr>
              <a:t> </a:t>
            </a:r>
            <a:r>
              <a:rPr sz="1350" b="0" i="0" dirty="0" err="1">
                <a:solidFill>
                  <a:srgbClr val="16202B"/>
                </a:solidFill>
                <a:latin typeface="Segoe UI"/>
              </a:rPr>
              <a:t>tự</a:t>
            </a:r>
            <a:r>
              <a:rPr sz="1350" b="0" i="0" dirty="0">
                <a:solidFill>
                  <a:srgbClr val="16202B"/>
                </a:solidFill>
                <a:latin typeface="Segoe UI"/>
              </a:rPr>
              <a:t> </a:t>
            </a:r>
            <a:r>
              <a:rPr sz="1350" b="0" i="0" dirty="0" err="1">
                <a:solidFill>
                  <a:srgbClr val="16202B"/>
                </a:solidFill>
                <a:latin typeface="Segoe UI"/>
              </a:rPr>
              <a:t>học</a:t>
            </a:r>
            <a:r>
              <a:rPr sz="1350" b="0" i="0" dirty="0">
                <a:solidFill>
                  <a:srgbClr val="16202B"/>
                </a:solidFill>
                <a:latin typeface="Segoe UI"/>
              </a:rPr>
              <a:t> </a:t>
            </a:r>
            <a:r>
              <a:rPr sz="1350" b="0" i="0" dirty="0" err="1">
                <a:solidFill>
                  <a:srgbClr val="16202B"/>
                </a:solidFill>
                <a:latin typeface="Segoe UI"/>
              </a:rPr>
              <a:t>từ</a:t>
            </a:r>
            <a:r>
              <a:rPr sz="1350" b="0" i="0" dirty="0">
                <a:solidFill>
                  <a:srgbClr val="16202B"/>
                </a:solidFill>
                <a:latin typeface="Segoe UI"/>
              </a:rPr>
              <a:t> </a:t>
            </a:r>
            <a:r>
              <a:rPr sz="1350" b="0" i="0" dirty="0" err="1">
                <a:solidFill>
                  <a:srgbClr val="16202B"/>
                </a:solidFill>
                <a:latin typeface="Segoe UI"/>
              </a:rPr>
              <a:t>chính</a:t>
            </a:r>
            <a:r>
              <a:rPr sz="1350" b="0" i="0" dirty="0">
                <a:solidFill>
                  <a:srgbClr val="16202B"/>
                </a:solidFill>
                <a:latin typeface="Segoe UI"/>
              </a:rPr>
              <a:t> </a:t>
            </a:r>
            <a:r>
              <a:rPr sz="1350" b="0" i="0" dirty="0" err="1">
                <a:solidFill>
                  <a:srgbClr val="16202B"/>
                </a:solidFill>
                <a:latin typeface="Segoe UI"/>
              </a:rPr>
              <a:t>những</a:t>
            </a:r>
            <a:r>
              <a:rPr sz="1350" b="0" i="0" dirty="0">
                <a:solidFill>
                  <a:srgbClr val="16202B"/>
                </a:solidFill>
                <a:latin typeface="Segoe UI"/>
              </a:rPr>
              <a:t> </a:t>
            </a:r>
            <a:r>
              <a:rPr sz="1350" b="0" i="0" dirty="0" err="1">
                <a:solidFill>
                  <a:srgbClr val="16202B"/>
                </a:solidFill>
                <a:latin typeface="Segoe UI"/>
              </a:rPr>
              <a:t>ảnh</a:t>
            </a:r>
            <a:r>
              <a:rPr sz="1350" b="0" i="0" dirty="0">
                <a:solidFill>
                  <a:srgbClr val="16202B"/>
                </a:solidFill>
                <a:latin typeface="Segoe UI"/>
              </a:rPr>
              <a:t> </a:t>
            </a:r>
            <a:r>
              <a:rPr sz="1350" b="0" i="0" dirty="0" err="1">
                <a:solidFill>
                  <a:srgbClr val="16202B"/>
                </a:solidFill>
                <a:latin typeface="Segoe UI"/>
              </a:rPr>
              <a:t>nó</a:t>
            </a:r>
            <a:r>
              <a:rPr sz="1350" b="0" i="0" dirty="0">
                <a:solidFill>
                  <a:srgbClr val="16202B"/>
                </a:solidFill>
                <a:latin typeface="Segoe UI"/>
              </a:rPr>
              <a:t> </a:t>
            </a:r>
            <a:r>
              <a:rPr sz="1350" b="0" i="0" dirty="0" err="1">
                <a:solidFill>
                  <a:srgbClr val="16202B"/>
                </a:solidFill>
                <a:latin typeface="Segoe UI"/>
              </a:rPr>
              <a:t>tự</a:t>
            </a:r>
            <a:r>
              <a:rPr sz="1350" b="0" i="0" dirty="0">
                <a:solidFill>
                  <a:srgbClr val="16202B"/>
                </a:solidFill>
                <a:latin typeface="Segoe UI"/>
              </a:rPr>
              <a:t> tin — </a:t>
            </a:r>
            <a:r>
              <a:rPr sz="1350" b="0" i="0" dirty="0" err="1">
                <a:solidFill>
                  <a:srgbClr val="16202B"/>
                </a:solidFill>
                <a:latin typeface="Segoe UI"/>
              </a:rPr>
              <a:t>giữ</a:t>
            </a:r>
            <a:r>
              <a:rPr sz="1350" b="0" i="0" dirty="0">
                <a:solidFill>
                  <a:srgbClr val="16202B"/>
                </a:solidFill>
                <a:latin typeface="Segoe UI"/>
              </a:rPr>
              <a:t> </a:t>
            </a:r>
            <a:r>
              <a:rPr sz="1350" b="0" i="0" dirty="0" err="1">
                <a:solidFill>
                  <a:srgbClr val="16202B"/>
                </a:solidFill>
                <a:latin typeface="Segoe UI"/>
              </a:rPr>
              <a:t>nguyên</a:t>
            </a:r>
            <a:r>
              <a:rPr sz="1350" b="0" i="0" dirty="0">
                <a:solidFill>
                  <a:srgbClr val="16202B"/>
                </a:solidFill>
                <a:latin typeface="Segoe UI"/>
              </a:rPr>
              <a:t> 100% </a:t>
            </a:r>
            <a:r>
              <a:rPr sz="1350" b="0" i="0" dirty="0" err="1">
                <a:solidFill>
                  <a:srgbClr val="16202B"/>
                </a:solidFill>
                <a:latin typeface="Segoe UI"/>
              </a:rPr>
              <a:t>như</a:t>
            </a:r>
            <a:r>
              <a:rPr sz="1350" b="0" i="0" dirty="0">
                <a:solidFill>
                  <a:srgbClr val="16202B"/>
                </a:solidFill>
                <a:latin typeface="Segoe UI"/>
              </a:rPr>
              <a:t> </a:t>
            </a:r>
            <a:r>
              <a:rPr sz="1350" b="0" i="0" dirty="0" err="1">
                <a:solidFill>
                  <a:srgbClr val="16202B"/>
                </a:solidFill>
                <a:latin typeface="Segoe UI"/>
              </a:rPr>
              <a:t>bản</a:t>
            </a:r>
            <a:r>
              <a:rPr sz="1350" b="0" i="0" dirty="0">
                <a:solidFill>
                  <a:srgbClr val="16202B"/>
                </a:solidFill>
                <a:latin typeface="Segoe UI"/>
              </a:rPr>
              <a:t> </a:t>
            </a:r>
            <a:r>
              <a:rPr sz="1350" b="0" i="0" dirty="0" err="1">
                <a:solidFill>
                  <a:srgbClr val="16202B"/>
                </a:solidFill>
                <a:latin typeface="Segoe UI"/>
              </a:rPr>
              <a:t>gốc</a:t>
            </a:r>
            <a:r>
              <a:rPr sz="1350" b="0" i="0" dirty="0">
                <a:solidFill>
                  <a:srgbClr val="16202B"/>
                </a:solidFill>
                <a:latin typeface="Segoe UI"/>
              </a:rPr>
              <a:t>.</a:t>
            </a:r>
          </a:p>
        </p:txBody>
      </p:sp>
      <p:sp>
        <p:nvSpPr>
          <p:cNvPr id="7" name="Rounded Rectangle 6"/>
          <p:cNvSpPr/>
          <p:nvPr/>
        </p:nvSpPr>
        <p:spPr>
          <a:xfrm>
            <a:off x="685800" y="2816352"/>
            <a:ext cx="1600200" cy="384048"/>
          </a:xfrm>
          <a:prstGeom prst="roundRect">
            <a:avLst>
              <a:gd name="adj" fmla="val 35000"/>
            </a:avLst>
          </a:prstGeom>
          <a:solidFill>
            <a:srgbClr val="FBEBD2"/>
          </a:solidFill>
          <a:ln w="12700">
            <a:solidFill>
              <a:srgbClr val="FBEBD2"/>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000" b="1" i="0">
                <a:solidFill>
                  <a:srgbClr val="A5680B"/>
                </a:solidFill>
                <a:latin typeface="Segoe UI"/>
              </a:rPr>
              <a:t>CẢI TIẾN #1</a:t>
            </a:r>
          </a:p>
        </p:txBody>
      </p:sp>
      <p:sp>
        <p:nvSpPr>
          <p:cNvPr id="8" name="TextBox 7"/>
          <p:cNvSpPr txBox="1"/>
          <p:nvPr/>
        </p:nvSpPr>
        <p:spPr>
          <a:xfrm>
            <a:off x="2514600" y="2816352"/>
            <a:ext cx="8686800" cy="548640"/>
          </a:xfrm>
          <a:prstGeom prst="rect">
            <a:avLst/>
          </a:prstGeom>
          <a:noFill/>
        </p:spPr>
        <p:txBody>
          <a:bodyPr wrap="square" lIns="0" tIns="0" rIns="0" bIns="0" anchor="ctr">
            <a:spAutoFit/>
          </a:bodyPr>
          <a:lstStyle/>
          <a:p>
            <a:r>
              <a:rPr sz="1350" b="0" i="0">
                <a:solidFill>
                  <a:srgbClr val="16202B"/>
                </a:solidFill>
                <a:latin typeface="Segoe UI"/>
              </a:rPr>
              <a:t>Chọn ảnh để hỏi dựa trên xác suất đúng THỰC TẾ (đối chiếu lịch sử phản hồi), thay vì tin thẳng vào độ tự tin thô.</a:t>
            </a:r>
          </a:p>
        </p:txBody>
      </p:sp>
      <p:sp>
        <p:nvSpPr>
          <p:cNvPr id="9" name="Rounded Rectangle 8"/>
          <p:cNvSpPr/>
          <p:nvPr/>
        </p:nvSpPr>
        <p:spPr>
          <a:xfrm>
            <a:off x="685800" y="3529584"/>
            <a:ext cx="1600200" cy="384048"/>
          </a:xfrm>
          <a:prstGeom prst="roundRect">
            <a:avLst>
              <a:gd name="adj" fmla="val 35000"/>
            </a:avLst>
          </a:prstGeom>
          <a:solidFill>
            <a:srgbClr val="FBEBD2"/>
          </a:solidFill>
          <a:ln w="12700">
            <a:solidFill>
              <a:srgbClr val="FBEBD2"/>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000" b="1" i="0">
                <a:solidFill>
                  <a:srgbClr val="A5680B"/>
                </a:solidFill>
                <a:latin typeface="Segoe UI"/>
              </a:rPr>
              <a:t>CẢI TIẾN #2</a:t>
            </a:r>
          </a:p>
        </p:txBody>
      </p:sp>
      <p:sp>
        <p:nvSpPr>
          <p:cNvPr id="10" name="TextBox 9"/>
          <p:cNvSpPr txBox="1"/>
          <p:nvPr/>
        </p:nvSpPr>
        <p:spPr>
          <a:xfrm>
            <a:off x="2514600" y="3596155"/>
            <a:ext cx="8686800" cy="415498"/>
          </a:xfrm>
          <a:prstGeom prst="rect">
            <a:avLst/>
          </a:prstGeom>
          <a:noFill/>
        </p:spPr>
        <p:txBody>
          <a:bodyPr wrap="square" lIns="0" tIns="0" rIns="0" bIns="0" anchor="ctr">
            <a:spAutoFit/>
          </a:bodyPr>
          <a:lstStyle/>
          <a:p>
            <a:r>
              <a:rPr sz="1350" b="0" i="0" dirty="0" err="1">
                <a:solidFill>
                  <a:srgbClr val="16202B"/>
                </a:solidFill>
                <a:latin typeface="Segoe UI"/>
              </a:rPr>
              <a:t>Ước</a:t>
            </a:r>
            <a:r>
              <a:rPr sz="1350" b="0" i="0" dirty="0">
                <a:solidFill>
                  <a:srgbClr val="16202B"/>
                </a:solidFill>
                <a:latin typeface="Segoe UI"/>
              </a:rPr>
              <a:t> </a:t>
            </a:r>
            <a:r>
              <a:rPr sz="1350" b="0" i="0" dirty="0" err="1">
                <a:solidFill>
                  <a:srgbClr val="16202B"/>
                </a:solidFill>
                <a:latin typeface="Segoe UI"/>
              </a:rPr>
              <a:t>lượng</a:t>
            </a:r>
            <a:r>
              <a:rPr sz="1350" b="0" i="0" dirty="0">
                <a:solidFill>
                  <a:srgbClr val="16202B"/>
                </a:solidFill>
                <a:latin typeface="Segoe UI"/>
              </a:rPr>
              <a:t> </a:t>
            </a:r>
            <a:r>
              <a:rPr sz="1350" b="0" i="0" dirty="0" err="1">
                <a:solidFill>
                  <a:srgbClr val="16202B"/>
                </a:solidFill>
                <a:latin typeface="Segoe UI"/>
              </a:rPr>
              <a:t>độ</a:t>
            </a:r>
            <a:r>
              <a:rPr sz="1350" b="0" i="0" dirty="0">
                <a:solidFill>
                  <a:srgbClr val="16202B"/>
                </a:solidFill>
                <a:latin typeface="Segoe UI"/>
              </a:rPr>
              <a:t> </a:t>
            </a:r>
            <a:r>
              <a:rPr sz="1350" b="0" i="0" dirty="0" err="1">
                <a:solidFill>
                  <a:srgbClr val="16202B"/>
                </a:solidFill>
                <a:latin typeface="Segoe UI"/>
              </a:rPr>
              <a:t>tự</a:t>
            </a:r>
            <a:r>
              <a:rPr sz="1350" b="0" i="0" dirty="0">
                <a:solidFill>
                  <a:srgbClr val="16202B"/>
                </a:solidFill>
                <a:latin typeface="Segoe UI"/>
              </a:rPr>
              <a:t> tin </a:t>
            </a:r>
            <a:r>
              <a:rPr sz="1350" b="0" i="0" dirty="0" err="1">
                <a:solidFill>
                  <a:srgbClr val="16202B"/>
                </a:solidFill>
                <a:latin typeface="Segoe UI"/>
              </a:rPr>
              <a:t>kỹ</a:t>
            </a:r>
            <a:r>
              <a:rPr sz="1350" b="0" i="0" dirty="0">
                <a:solidFill>
                  <a:srgbClr val="16202B"/>
                </a:solidFill>
                <a:latin typeface="Segoe UI"/>
              </a:rPr>
              <a:t> </a:t>
            </a:r>
            <a:r>
              <a:rPr sz="1350" b="0" i="0" dirty="0" err="1">
                <a:solidFill>
                  <a:srgbClr val="16202B"/>
                </a:solidFill>
                <a:latin typeface="Segoe UI"/>
              </a:rPr>
              <a:t>hơn</a:t>
            </a:r>
            <a:r>
              <a:rPr sz="1350" b="0" i="0" dirty="0">
                <a:solidFill>
                  <a:srgbClr val="16202B"/>
                </a:solidFill>
                <a:latin typeface="Segoe UI"/>
              </a:rPr>
              <a:t> (</a:t>
            </a:r>
            <a:r>
              <a:rPr sz="1350" b="0" i="0" dirty="0" err="1">
                <a:solidFill>
                  <a:srgbClr val="16202B"/>
                </a:solidFill>
                <a:latin typeface="Segoe UI"/>
              </a:rPr>
              <a:t>nhiều</a:t>
            </a:r>
            <a:r>
              <a:rPr sz="1350" b="0" i="0" dirty="0">
                <a:solidFill>
                  <a:srgbClr val="16202B"/>
                </a:solidFill>
                <a:latin typeface="Segoe UI"/>
              </a:rPr>
              <a:t> </a:t>
            </a:r>
            <a:r>
              <a:rPr sz="1350" b="0" i="0" dirty="0" err="1">
                <a:solidFill>
                  <a:srgbClr val="16202B"/>
                </a:solidFill>
                <a:latin typeface="Segoe UI"/>
              </a:rPr>
              <a:t>lần</a:t>
            </a:r>
            <a:r>
              <a:rPr sz="1350" b="0" i="0" dirty="0">
                <a:solidFill>
                  <a:srgbClr val="16202B"/>
                </a:solidFill>
                <a:latin typeface="Segoe UI"/>
              </a:rPr>
              <a:t> </a:t>
            </a:r>
            <a:r>
              <a:rPr sz="1350" b="0" i="0" dirty="0" err="1">
                <a:solidFill>
                  <a:srgbClr val="16202B"/>
                </a:solidFill>
                <a:latin typeface="Segoe UI"/>
              </a:rPr>
              <a:t>dự</a:t>
            </a:r>
            <a:r>
              <a:rPr sz="1350" b="0" i="0" dirty="0">
                <a:solidFill>
                  <a:srgbClr val="16202B"/>
                </a:solidFill>
                <a:latin typeface="Segoe UI"/>
              </a:rPr>
              <a:t> </a:t>
            </a:r>
            <a:r>
              <a:rPr sz="1350" b="0" i="0" dirty="0" err="1">
                <a:solidFill>
                  <a:srgbClr val="16202B"/>
                </a:solidFill>
                <a:latin typeface="Segoe UI"/>
              </a:rPr>
              <a:t>đoán</a:t>
            </a:r>
            <a:r>
              <a:rPr sz="1350" b="0" i="0" dirty="0">
                <a:solidFill>
                  <a:srgbClr val="16202B"/>
                </a:solidFill>
                <a:latin typeface="Segoe UI"/>
              </a:rPr>
              <a:t> </a:t>
            </a:r>
            <a:r>
              <a:rPr sz="1350" b="0" i="0" dirty="0" err="1">
                <a:solidFill>
                  <a:srgbClr val="16202B"/>
                </a:solidFill>
                <a:latin typeface="Segoe UI"/>
              </a:rPr>
              <a:t>hơn</a:t>
            </a:r>
            <a:r>
              <a:rPr sz="1350" b="0" i="0" dirty="0">
                <a:solidFill>
                  <a:srgbClr val="16202B"/>
                </a:solidFill>
                <a:latin typeface="Segoe UI"/>
              </a:rPr>
              <a:t>) </a:t>
            </a:r>
            <a:r>
              <a:rPr sz="1350" b="0" i="0" dirty="0" err="1">
                <a:solidFill>
                  <a:srgbClr val="16202B"/>
                </a:solidFill>
                <a:latin typeface="Segoe UI"/>
              </a:rPr>
              <a:t>đúng</a:t>
            </a:r>
            <a:r>
              <a:rPr sz="1350" b="0" i="0" dirty="0">
                <a:solidFill>
                  <a:srgbClr val="16202B"/>
                </a:solidFill>
                <a:latin typeface="Segoe UI"/>
              </a:rPr>
              <a:t> ở </a:t>
            </a:r>
            <a:r>
              <a:rPr sz="1350" b="0" i="0" dirty="0" err="1">
                <a:solidFill>
                  <a:srgbClr val="16202B"/>
                </a:solidFill>
                <a:latin typeface="Segoe UI"/>
              </a:rPr>
              <a:t>bước</a:t>
            </a:r>
            <a:r>
              <a:rPr sz="1350" b="0" i="0" dirty="0">
                <a:solidFill>
                  <a:srgbClr val="16202B"/>
                </a:solidFill>
                <a:latin typeface="Segoe UI"/>
              </a:rPr>
              <a:t> </a:t>
            </a:r>
            <a:r>
              <a:rPr sz="1350" b="0" i="0" dirty="0" err="1">
                <a:solidFill>
                  <a:srgbClr val="16202B"/>
                </a:solidFill>
                <a:latin typeface="Segoe UI"/>
              </a:rPr>
              <a:t>chọn</a:t>
            </a:r>
            <a:r>
              <a:rPr sz="1350" b="0" i="0" dirty="0">
                <a:solidFill>
                  <a:srgbClr val="16202B"/>
                </a:solidFill>
                <a:latin typeface="Segoe UI"/>
              </a:rPr>
              <a:t> </a:t>
            </a:r>
            <a:r>
              <a:rPr lang="en-US" sz="1350" b="0" i="0" dirty="0" err="1">
                <a:solidFill>
                  <a:srgbClr val="16202B"/>
                </a:solidFill>
                <a:latin typeface="Segoe UI"/>
              </a:rPr>
              <a:t>mẫu</a:t>
            </a:r>
            <a:r>
              <a:rPr lang="en-US" sz="1350" b="0" i="0" dirty="0">
                <a:solidFill>
                  <a:srgbClr val="16202B"/>
                </a:solidFill>
                <a:latin typeface="Segoe UI"/>
              </a:rPr>
              <a:t> </a:t>
            </a:r>
            <a:r>
              <a:rPr sz="1350" b="0" i="0" dirty="0">
                <a:solidFill>
                  <a:srgbClr val="16202B"/>
                </a:solidFill>
                <a:latin typeface="Segoe UI"/>
              </a:rPr>
              <a:t>— </a:t>
            </a:r>
            <a:r>
              <a:rPr sz="1350" b="0" i="0" dirty="0" err="1">
                <a:solidFill>
                  <a:srgbClr val="16202B"/>
                </a:solidFill>
                <a:latin typeface="Segoe UI"/>
              </a:rPr>
              <a:t>không</a:t>
            </a:r>
            <a:r>
              <a:rPr sz="1350" b="0" i="0" dirty="0">
                <a:solidFill>
                  <a:srgbClr val="16202B"/>
                </a:solidFill>
                <a:latin typeface="Segoe UI"/>
              </a:rPr>
              <a:t> </a:t>
            </a:r>
            <a:r>
              <a:rPr sz="1350" b="0" i="0" dirty="0" err="1">
                <a:solidFill>
                  <a:srgbClr val="16202B"/>
                </a:solidFill>
                <a:latin typeface="Segoe UI"/>
              </a:rPr>
              <a:t>thêm</a:t>
            </a:r>
            <a:r>
              <a:rPr sz="1350" b="0" i="0" dirty="0">
                <a:solidFill>
                  <a:srgbClr val="16202B"/>
                </a:solidFill>
                <a:latin typeface="Segoe UI"/>
              </a:rPr>
              <a:t> chi </a:t>
            </a:r>
            <a:r>
              <a:rPr sz="1350" b="0" i="0" dirty="0" err="1">
                <a:solidFill>
                  <a:srgbClr val="16202B"/>
                </a:solidFill>
                <a:latin typeface="Segoe UI"/>
              </a:rPr>
              <a:t>phí</a:t>
            </a:r>
            <a:r>
              <a:rPr sz="1350" b="0" i="0" dirty="0">
                <a:solidFill>
                  <a:srgbClr val="16202B"/>
                </a:solidFill>
                <a:latin typeface="Segoe UI"/>
              </a:rPr>
              <a:t> ở </a:t>
            </a:r>
            <a:r>
              <a:rPr sz="1350" b="0" i="0" dirty="0" err="1">
                <a:solidFill>
                  <a:srgbClr val="16202B"/>
                </a:solidFill>
                <a:latin typeface="Segoe UI"/>
              </a:rPr>
              <a:t>các</a:t>
            </a:r>
            <a:r>
              <a:rPr sz="1350" b="0" i="0" dirty="0">
                <a:solidFill>
                  <a:srgbClr val="16202B"/>
                </a:solidFill>
                <a:latin typeface="Segoe UI"/>
              </a:rPr>
              <a:t> </a:t>
            </a:r>
            <a:r>
              <a:rPr sz="1350" b="0" i="0" dirty="0" err="1">
                <a:solidFill>
                  <a:srgbClr val="16202B"/>
                </a:solidFill>
                <a:latin typeface="Segoe UI"/>
              </a:rPr>
              <a:t>bước</a:t>
            </a:r>
            <a:r>
              <a:rPr sz="1350" b="0" i="0" dirty="0">
                <a:solidFill>
                  <a:srgbClr val="16202B"/>
                </a:solidFill>
                <a:latin typeface="Segoe UI"/>
              </a:rPr>
              <a:t> </a:t>
            </a:r>
            <a:r>
              <a:rPr lang="en-US" sz="1350" b="0" i="0" dirty="0" err="1">
                <a:solidFill>
                  <a:srgbClr val="16202B"/>
                </a:solidFill>
                <a:latin typeface="Segoe UI"/>
              </a:rPr>
              <a:t>còn</a:t>
            </a:r>
            <a:r>
              <a:rPr lang="en-US" sz="1350" b="0" i="0" dirty="0">
                <a:solidFill>
                  <a:srgbClr val="16202B"/>
                </a:solidFill>
                <a:latin typeface="Segoe UI"/>
              </a:rPr>
              <a:t> </a:t>
            </a:r>
            <a:r>
              <a:rPr lang="en-US" sz="1350" b="0" i="0" dirty="0" err="1">
                <a:solidFill>
                  <a:srgbClr val="16202B"/>
                </a:solidFill>
                <a:latin typeface="Segoe UI"/>
              </a:rPr>
              <a:t>lại</a:t>
            </a:r>
            <a:endParaRPr sz="1350" b="0" i="0" dirty="0">
              <a:solidFill>
                <a:srgbClr val="16202B"/>
              </a:solidFill>
              <a:latin typeface="Segoe UI"/>
            </a:endParaRPr>
          </a:p>
        </p:txBody>
      </p:sp>
      <p:sp>
        <p:nvSpPr>
          <p:cNvPr id="11" name="TextBox 10"/>
          <p:cNvSpPr txBox="1"/>
          <p:nvPr/>
        </p:nvSpPr>
        <p:spPr>
          <a:xfrm>
            <a:off x="685800" y="4572000"/>
            <a:ext cx="5486400" cy="169277"/>
          </a:xfrm>
          <a:prstGeom prst="rect">
            <a:avLst/>
          </a:prstGeom>
          <a:noFill/>
        </p:spPr>
        <p:txBody>
          <a:bodyPr wrap="square" lIns="0" tIns="0" rIns="0" bIns="0" anchor="t">
            <a:spAutoFit/>
          </a:bodyPr>
          <a:lstStyle/>
          <a:p>
            <a:r>
              <a:rPr sz="1100" b="1" i="0" spc="80" dirty="0">
                <a:solidFill>
                  <a:srgbClr val="5B6B7C"/>
                </a:solidFill>
                <a:latin typeface="Consolas"/>
              </a:rPr>
              <a:t>ĐÁNH GIÁ TRÊN 4 BỘ DỮ LIỆU ẢNH</a:t>
            </a:r>
          </a:p>
        </p:txBody>
      </p:sp>
      <p:sp>
        <p:nvSpPr>
          <p:cNvPr id="12" name="Rounded Rectangle 11"/>
          <p:cNvSpPr/>
          <p:nvPr/>
        </p:nvSpPr>
        <p:spPr>
          <a:xfrm>
            <a:off x="685800" y="4937760"/>
            <a:ext cx="1389888" cy="384048"/>
          </a:xfrm>
          <a:prstGeom prst="roundRect">
            <a:avLst>
              <a:gd name="adj" fmla="val 50000"/>
            </a:avLst>
          </a:prstGeom>
          <a:solidFill>
            <a:srgbClr val="FFFFFF"/>
          </a:solidFill>
          <a:ln w="12700">
            <a:solidFill>
              <a:srgbClr val="D6E0E8"/>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100" b="1" i="0">
                <a:solidFill>
                  <a:srgbClr val="16202B"/>
                </a:solidFill>
                <a:latin typeface="Segoe UI"/>
              </a:rPr>
              <a:t>CIFAR-10-C</a:t>
            </a:r>
          </a:p>
        </p:txBody>
      </p:sp>
      <p:sp>
        <p:nvSpPr>
          <p:cNvPr id="13" name="Rounded Rectangle 12"/>
          <p:cNvSpPr/>
          <p:nvPr/>
        </p:nvSpPr>
        <p:spPr>
          <a:xfrm>
            <a:off x="2304288" y="4937760"/>
            <a:ext cx="1490472" cy="384048"/>
          </a:xfrm>
          <a:prstGeom prst="roundRect">
            <a:avLst>
              <a:gd name="adj" fmla="val 50000"/>
            </a:avLst>
          </a:prstGeom>
          <a:solidFill>
            <a:srgbClr val="FFFFFF"/>
          </a:solidFill>
          <a:ln w="12700">
            <a:solidFill>
              <a:srgbClr val="D6E0E8"/>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100" b="1" i="0" dirty="0">
                <a:solidFill>
                  <a:srgbClr val="16202B"/>
                </a:solidFill>
                <a:latin typeface="Segoe UI"/>
              </a:rPr>
              <a:t>CIFAR-100-C</a:t>
            </a:r>
          </a:p>
        </p:txBody>
      </p:sp>
      <p:sp>
        <p:nvSpPr>
          <p:cNvPr id="14" name="Rounded Rectangle 13"/>
          <p:cNvSpPr/>
          <p:nvPr/>
        </p:nvSpPr>
        <p:spPr>
          <a:xfrm>
            <a:off x="4023360" y="4937760"/>
            <a:ext cx="1892807" cy="384048"/>
          </a:xfrm>
          <a:prstGeom prst="roundRect">
            <a:avLst>
              <a:gd name="adj" fmla="val 50000"/>
            </a:avLst>
          </a:prstGeom>
          <a:solidFill>
            <a:srgbClr val="FFFFFF"/>
          </a:solidFill>
          <a:ln w="12700">
            <a:solidFill>
              <a:srgbClr val="D6E0E8"/>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100" b="1" i="0" dirty="0">
                <a:solidFill>
                  <a:srgbClr val="16202B"/>
                </a:solidFill>
                <a:latin typeface="Segoe UI"/>
              </a:rPr>
              <a:t>Tiny-ImageNet-C</a:t>
            </a:r>
          </a:p>
        </p:txBody>
      </p:sp>
      <p:sp>
        <p:nvSpPr>
          <p:cNvPr id="15" name="Rounded Rectangle 14"/>
          <p:cNvSpPr/>
          <p:nvPr/>
        </p:nvSpPr>
        <p:spPr>
          <a:xfrm>
            <a:off x="6144767" y="4937760"/>
            <a:ext cx="786384" cy="384048"/>
          </a:xfrm>
          <a:prstGeom prst="roundRect">
            <a:avLst>
              <a:gd name="adj" fmla="val 50000"/>
            </a:avLst>
          </a:prstGeom>
          <a:solidFill>
            <a:srgbClr val="FFFFFF"/>
          </a:solidFill>
          <a:ln w="12700">
            <a:solidFill>
              <a:srgbClr val="D6E0E8"/>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100" b="1" i="0">
                <a:solidFill>
                  <a:srgbClr val="16202B"/>
                </a:solidFill>
                <a:latin typeface="Segoe UI"/>
              </a:rPr>
              <a:t>PACS</a:t>
            </a:r>
          </a:p>
        </p:txBody>
      </p:sp>
      <p:sp>
        <p:nvSpPr>
          <p:cNvPr id="16" name="TextBox 15"/>
          <p:cNvSpPr txBox="1"/>
          <p:nvPr/>
        </p:nvSpPr>
        <p:spPr>
          <a:xfrm>
            <a:off x="685800" y="5577840"/>
            <a:ext cx="10515600" cy="200055"/>
          </a:xfrm>
          <a:prstGeom prst="rect">
            <a:avLst/>
          </a:prstGeom>
          <a:noFill/>
        </p:spPr>
        <p:txBody>
          <a:bodyPr wrap="square" lIns="0" tIns="0" rIns="0" bIns="0" anchor="t">
            <a:spAutoFit/>
          </a:bodyPr>
          <a:lstStyle/>
          <a:p>
            <a:r>
              <a:rPr sz="1300" b="0" i="1" dirty="0" err="1">
                <a:solidFill>
                  <a:srgbClr val="5B6B7C"/>
                </a:solidFill>
                <a:latin typeface="Segoe UI"/>
              </a:rPr>
              <a:t>Kết</a:t>
            </a:r>
            <a:r>
              <a:rPr sz="1300" b="0" i="1" dirty="0">
                <a:solidFill>
                  <a:srgbClr val="5B6B7C"/>
                </a:solidFill>
                <a:latin typeface="Segoe UI"/>
              </a:rPr>
              <a:t> </a:t>
            </a:r>
            <a:r>
              <a:rPr sz="1300" b="0" i="1" dirty="0" err="1">
                <a:solidFill>
                  <a:srgbClr val="5B6B7C"/>
                </a:solidFill>
                <a:latin typeface="Segoe UI"/>
              </a:rPr>
              <a:t>quả</a:t>
            </a:r>
            <a:r>
              <a:rPr sz="1300" b="0" i="1" dirty="0">
                <a:solidFill>
                  <a:srgbClr val="5B6B7C"/>
                </a:solidFill>
                <a:latin typeface="Segoe UI"/>
              </a:rPr>
              <a:t> </a:t>
            </a:r>
            <a:r>
              <a:rPr sz="1300" b="0" i="1" dirty="0" err="1">
                <a:solidFill>
                  <a:srgbClr val="5B6B7C"/>
                </a:solidFill>
                <a:latin typeface="Segoe UI"/>
              </a:rPr>
              <a:t>kỳ</a:t>
            </a:r>
            <a:r>
              <a:rPr sz="1300" b="0" i="1" dirty="0">
                <a:solidFill>
                  <a:srgbClr val="5B6B7C"/>
                </a:solidFill>
                <a:latin typeface="Segoe UI"/>
              </a:rPr>
              <a:t> </a:t>
            </a:r>
            <a:r>
              <a:rPr sz="1300" b="0" i="1" dirty="0" err="1">
                <a:solidFill>
                  <a:srgbClr val="5B6B7C"/>
                </a:solidFill>
                <a:latin typeface="Segoe UI"/>
              </a:rPr>
              <a:t>vọng</a:t>
            </a:r>
            <a:r>
              <a:rPr sz="1300" b="0" i="1" dirty="0">
                <a:solidFill>
                  <a:srgbClr val="5B6B7C"/>
                </a:solidFill>
                <a:latin typeface="Segoe UI"/>
              </a:rPr>
              <a:t>: </a:t>
            </a:r>
            <a:r>
              <a:rPr sz="1300" b="0" i="1" dirty="0" err="1">
                <a:solidFill>
                  <a:srgbClr val="5B6B7C"/>
                </a:solidFill>
                <a:latin typeface="Segoe UI"/>
              </a:rPr>
              <a:t>tận</a:t>
            </a:r>
            <a:r>
              <a:rPr sz="1300" b="0" i="1" dirty="0">
                <a:solidFill>
                  <a:srgbClr val="5B6B7C"/>
                </a:solidFill>
                <a:latin typeface="Segoe UI"/>
              </a:rPr>
              <a:t> </a:t>
            </a:r>
            <a:r>
              <a:rPr sz="1300" b="0" i="1" dirty="0" err="1">
                <a:solidFill>
                  <a:srgbClr val="5B6B7C"/>
                </a:solidFill>
                <a:latin typeface="Segoe UI"/>
              </a:rPr>
              <a:t>dụng</a:t>
            </a:r>
            <a:r>
              <a:rPr sz="1300" b="0" i="1" dirty="0">
                <a:solidFill>
                  <a:srgbClr val="5B6B7C"/>
                </a:solidFill>
                <a:latin typeface="Segoe UI"/>
              </a:rPr>
              <a:t> </a:t>
            </a:r>
            <a:r>
              <a:rPr lang="en-US" sz="1300" i="1" dirty="0">
                <a:solidFill>
                  <a:srgbClr val="5B6B7C"/>
                </a:solidFill>
                <a:latin typeface="Segoe UI"/>
              </a:rPr>
              <a:t>ý </a:t>
            </a:r>
            <a:r>
              <a:rPr lang="en-US" sz="1300" i="1" dirty="0" err="1">
                <a:solidFill>
                  <a:srgbClr val="5B6B7C"/>
                </a:solidFill>
                <a:latin typeface="Segoe UI"/>
              </a:rPr>
              <a:t>nghĩa</a:t>
            </a:r>
            <a:r>
              <a:rPr lang="en-US" sz="1300" i="1" dirty="0">
                <a:solidFill>
                  <a:srgbClr val="5B6B7C"/>
                </a:solidFill>
                <a:latin typeface="Segoe UI"/>
              </a:rPr>
              <a:t> </a:t>
            </a:r>
            <a:r>
              <a:rPr lang="en-US" sz="1300" i="1" dirty="0" err="1">
                <a:solidFill>
                  <a:srgbClr val="5B6B7C"/>
                </a:solidFill>
                <a:latin typeface="Segoe UI"/>
              </a:rPr>
              <a:t>của</a:t>
            </a:r>
            <a:r>
              <a:rPr lang="en-US" sz="1300" i="1" dirty="0">
                <a:solidFill>
                  <a:srgbClr val="5B6B7C"/>
                </a:solidFill>
                <a:latin typeface="Segoe UI"/>
              </a:rPr>
              <a:t> </a:t>
            </a:r>
            <a:r>
              <a:rPr sz="1300" b="0" i="1" dirty="0" err="1">
                <a:solidFill>
                  <a:srgbClr val="5B6B7C"/>
                </a:solidFill>
                <a:latin typeface="Segoe UI"/>
              </a:rPr>
              <a:t>từng</a:t>
            </a:r>
            <a:r>
              <a:rPr sz="1300" b="0" i="1" dirty="0">
                <a:solidFill>
                  <a:srgbClr val="5B6B7C"/>
                </a:solidFill>
                <a:latin typeface="Segoe UI"/>
              </a:rPr>
              <a:t> </a:t>
            </a:r>
            <a:r>
              <a:rPr lang="en-US" sz="1300" b="0" i="1" dirty="0" err="1">
                <a:solidFill>
                  <a:srgbClr val="5B6B7C"/>
                </a:solidFill>
                <a:latin typeface="Segoe UI"/>
              </a:rPr>
              <a:t>phản</a:t>
            </a:r>
            <a:r>
              <a:rPr lang="en-US" sz="1300" b="0" i="1" dirty="0">
                <a:solidFill>
                  <a:srgbClr val="5B6B7C"/>
                </a:solidFill>
                <a:latin typeface="Segoe UI"/>
              </a:rPr>
              <a:t> </a:t>
            </a:r>
            <a:r>
              <a:rPr lang="en-US" sz="1300" b="0" i="1" dirty="0" err="1">
                <a:solidFill>
                  <a:srgbClr val="5B6B7C"/>
                </a:solidFill>
                <a:latin typeface="Segoe UI"/>
              </a:rPr>
              <a:t>hồi</a:t>
            </a:r>
            <a:r>
              <a:rPr sz="1300" b="0" i="1" dirty="0">
                <a:solidFill>
                  <a:srgbClr val="5B6B7C"/>
                </a:solidFill>
                <a:latin typeface="Segoe UI"/>
              </a:rPr>
              <a:t>, </a:t>
            </a:r>
            <a:r>
              <a:rPr sz="1300" b="0" i="1" dirty="0" err="1">
                <a:solidFill>
                  <a:srgbClr val="5B6B7C"/>
                </a:solidFill>
                <a:latin typeface="Segoe UI"/>
              </a:rPr>
              <a:t>vẫn</a:t>
            </a:r>
            <a:r>
              <a:rPr sz="1300" b="0" i="1" dirty="0">
                <a:solidFill>
                  <a:srgbClr val="5B6B7C"/>
                </a:solidFill>
                <a:latin typeface="Segoe UI"/>
              </a:rPr>
              <a:t> </a:t>
            </a:r>
            <a:r>
              <a:rPr sz="1300" b="0" i="1" dirty="0" err="1">
                <a:solidFill>
                  <a:srgbClr val="5B6B7C"/>
                </a:solidFill>
                <a:latin typeface="Segoe UI"/>
              </a:rPr>
              <a:t>giữ</a:t>
            </a:r>
            <a:r>
              <a:rPr sz="1300" b="0" i="1" dirty="0">
                <a:solidFill>
                  <a:srgbClr val="5B6B7C"/>
                </a:solidFill>
                <a:latin typeface="Segoe UI"/>
              </a:rPr>
              <a:t> </a:t>
            </a:r>
            <a:r>
              <a:rPr sz="1300" b="0" i="1" dirty="0" err="1">
                <a:solidFill>
                  <a:srgbClr val="5B6B7C"/>
                </a:solidFill>
                <a:latin typeface="Segoe UI"/>
              </a:rPr>
              <a:t>được</a:t>
            </a:r>
            <a:r>
              <a:rPr sz="1300" b="0" i="1" dirty="0">
                <a:solidFill>
                  <a:srgbClr val="5B6B7C"/>
                </a:solidFill>
                <a:latin typeface="Segoe UI"/>
              </a:rPr>
              <a:t> </a:t>
            </a:r>
            <a:r>
              <a:rPr sz="1300" b="0" i="1" dirty="0" err="1">
                <a:solidFill>
                  <a:srgbClr val="5B6B7C"/>
                </a:solidFill>
                <a:latin typeface="Segoe UI"/>
              </a:rPr>
              <a:t>toàn</a:t>
            </a:r>
            <a:r>
              <a:rPr sz="1300" b="0" i="1" dirty="0">
                <a:solidFill>
                  <a:srgbClr val="5B6B7C"/>
                </a:solidFill>
                <a:latin typeface="Segoe UI"/>
              </a:rPr>
              <a:t> </a:t>
            </a:r>
            <a:r>
              <a:rPr sz="1300" b="0" i="1" dirty="0" err="1">
                <a:solidFill>
                  <a:srgbClr val="5B6B7C"/>
                </a:solidFill>
                <a:latin typeface="Segoe UI"/>
              </a:rPr>
              <a:t>bộ</a:t>
            </a:r>
            <a:r>
              <a:rPr sz="1300" b="0" i="1" dirty="0">
                <a:solidFill>
                  <a:srgbClr val="5B6B7C"/>
                </a:solidFill>
                <a:latin typeface="Segoe UI"/>
              </a:rPr>
              <a:t> </a:t>
            </a:r>
            <a:r>
              <a:rPr sz="1300" b="0" i="1" dirty="0" err="1">
                <a:solidFill>
                  <a:srgbClr val="5B6B7C"/>
                </a:solidFill>
                <a:latin typeface="Segoe UI"/>
              </a:rPr>
              <a:t>tính</a:t>
            </a:r>
            <a:r>
              <a:rPr sz="1300" b="0" i="1" dirty="0">
                <a:solidFill>
                  <a:srgbClr val="5B6B7C"/>
                </a:solidFill>
                <a:latin typeface="Segoe UI"/>
              </a:rPr>
              <a:t> </a:t>
            </a:r>
            <a:r>
              <a:rPr sz="1300" b="0" i="1" dirty="0" err="1">
                <a:solidFill>
                  <a:srgbClr val="5B6B7C"/>
                </a:solidFill>
                <a:latin typeface="Segoe UI"/>
              </a:rPr>
              <a:t>đúng</a:t>
            </a:r>
            <a:r>
              <a:rPr sz="1300" b="0" i="1" dirty="0">
                <a:solidFill>
                  <a:srgbClr val="5B6B7C"/>
                </a:solidFill>
                <a:latin typeface="Segoe UI"/>
              </a:rPr>
              <a:t> </a:t>
            </a:r>
            <a:r>
              <a:rPr sz="1300" b="0" i="1" dirty="0" err="1">
                <a:solidFill>
                  <a:srgbClr val="5B6B7C"/>
                </a:solidFill>
                <a:latin typeface="Segoe UI"/>
              </a:rPr>
              <a:t>đắn</a:t>
            </a:r>
            <a:r>
              <a:rPr sz="1300" b="0" i="1" dirty="0">
                <a:solidFill>
                  <a:srgbClr val="5B6B7C"/>
                </a:solidFill>
                <a:latin typeface="Segoe UI"/>
              </a:rPr>
              <a:t> </a:t>
            </a:r>
            <a:r>
              <a:rPr sz="1300" b="0" i="1" dirty="0" err="1">
                <a:solidFill>
                  <a:srgbClr val="5B6B7C"/>
                </a:solidFill>
                <a:latin typeface="Segoe UI"/>
              </a:rPr>
              <a:t>của</a:t>
            </a:r>
            <a:r>
              <a:rPr sz="1300" b="0" i="1" dirty="0">
                <a:solidFill>
                  <a:srgbClr val="5B6B7C"/>
                </a:solidFill>
                <a:latin typeface="Segoe UI"/>
              </a:rPr>
              <a:t> </a:t>
            </a:r>
            <a:r>
              <a:rPr sz="1300" b="0" i="1" dirty="0" err="1">
                <a:solidFill>
                  <a:srgbClr val="5B6B7C"/>
                </a:solidFill>
                <a:latin typeface="Segoe UI"/>
              </a:rPr>
              <a:t>thuật</a:t>
            </a:r>
            <a:r>
              <a:rPr sz="1300" b="0" i="1" dirty="0">
                <a:solidFill>
                  <a:srgbClr val="5B6B7C"/>
                </a:solidFill>
                <a:latin typeface="Segoe UI"/>
              </a:rPr>
              <a:t> </a:t>
            </a:r>
            <a:r>
              <a:rPr sz="1300" b="0" i="1" dirty="0" err="1">
                <a:solidFill>
                  <a:srgbClr val="5B6B7C"/>
                </a:solidFill>
                <a:latin typeface="Segoe UI"/>
              </a:rPr>
              <a:t>toán</a:t>
            </a:r>
            <a:r>
              <a:rPr sz="1300" b="0" i="1" dirty="0">
                <a:solidFill>
                  <a:srgbClr val="5B6B7C"/>
                </a:solidFill>
                <a:latin typeface="Segoe UI"/>
              </a:rPr>
              <a:t> </a:t>
            </a:r>
            <a:r>
              <a:rPr sz="1300" b="0" i="1" dirty="0" err="1">
                <a:solidFill>
                  <a:srgbClr val="5B6B7C"/>
                </a:solidFill>
                <a:latin typeface="Segoe UI"/>
              </a:rPr>
              <a:t>gốc</a:t>
            </a:r>
            <a:r>
              <a:rPr sz="1300" b="0" i="1" dirty="0">
                <a:solidFill>
                  <a:srgbClr val="5B6B7C"/>
                </a:solidFill>
                <a:latin typeface="Segoe UI"/>
              </a:rPr>
              <a:t>.</a:t>
            </a:r>
          </a:p>
        </p:txBody>
      </p:sp>
      <p:sp>
        <p:nvSpPr>
          <p:cNvPr id="17" name="TextBox 16"/>
          <p:cNvSpPr txBox="1"/>
          <p:nvPr/>
        </p:nvSpPr>
        <p:spPr>
          <a:xfrm>
            <a:off x="685800" y="6446520"/>
            <a:ext cx="1828800" cy="320040"/>
          </a:xfrm>
          <a:prstGeom prst="rect">
            <a:avLst/>
          </a:prstGeom>
          <a:noFill/>
        </p:spPr>
        <p:txBody>
          <a:bodyPr wrap="square" lIns="0" tIns="0" rIns="0" bIns="0" anchor="t">
            <a:spAutoFit/>
          </a:bodyPr>
          <a:lstStyle/>
          <a:p>
            <a:r>
              <a:rPr sz="1000" b="0" i="0" spc="60">
                <a:solidFill>
                  <a:srgbClr val="5B6B7C"/>
                </a:solidFill>
                <a:latin typeface="Consolas"/>
              </a:rPr>
              <a:t>08 / 08</a:t>
            </a:r>
          </a:p>
        </p:txBody>
      </p:sp>
      <p:cxnSp>
        <p:nvCxnSpPr>
          <p:cNvPr id="18" name="Connector 17"/>
          <p:cNvCxnSpPr/>
          <p:nvPr/>
        </p:nvCxnSpPr>
        <p:spPr>
          <a:xfrm>
            <a:off x="685800" y="6382512"/>
            <a:ext cx="10820095" cy="0"/>
          </a:xfrm>
          <a:prstGeom prst="line">
            <a:avLst/>
          </a:prstGeom>
          <a:ln w="9525">
            <a:solidFill>
              <a:srgbClr val="D6E0E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TotalTime>
  <Words>1969</Words>
  <Application>Microsoft Office PowerPoint</Application>
  <PresentationFormat>Widescreen</PresentationFormat>
  <Paragraphs>169</Paragraphs>
  <Slides>10</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Pham Nghia</cp:lastModifiedBy>
  <cp:revision>5</cp:revision>
  <dcterms:created xsi:type="dcterms:W3CDTF">2013-01-27T09:14:16Z</dcterms:created>
  <dcterms:modified xsi:type="dcterms:W3CDTF">2026-09-11T02:36:25Z</dcterms:modified>
  <cp:category/>
</cp:coreProperties>
</file>